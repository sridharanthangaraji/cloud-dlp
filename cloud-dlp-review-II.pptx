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/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move the slide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FC440D-36E4-4918-8338-FCA12077DE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C804D2-8F9E-45DC-BFFC-2AD51BC835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7563AE-583C-44A1-8651-13042905E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47F329-091A-4484-A1E7-891AB8C691A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7D56ED-32EC-40CC-B1E8-92E8305087B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E27B1A-FE7C-40E4-AC3B-97239F56223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D8B817-2890-4900-B20D-ED5634F0472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905ED1-7415-4F9B-9F9D-06C5A645A59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2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27D9AA-0ED7-4BB0-ACE5-5111E14C993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200EF6-37FB-4E71-9C13-3E7F9E19BCB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0042CC-DC5D-4DB6-B65A-3ED56483398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91D0C6-F342-42EB-A562-A8ED7B99743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1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5836C6-A518-4173-B23B-3076C49CCF1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652E2E-673E-4331-ABD8-5279BBCDBC8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6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68138E-986A-4E20-BEE3-7DBF087B2B5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B433DE-135F-47AF-B2DC-7657C5CFBDD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D916AE-2FE7-4BD4-9C45-B5AC5DA7022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6E01DC-279F-4453-967B-980BE5DA183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B97CA2-6D84-4B4C-A892-363A70F8860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F2F85D-1E06-4CBB-97F1-3F8ECDD7A5A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4280" cy="10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75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A Cloud-Based Data Leakage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Prevention System Using Rule-Based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Content Inspection</a:t>
            </a:r>
            <a:endParaRPr lang="en-US" sz="3200" b="0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520" cy="283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SABARIRAJA.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( 620822205090 )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RANJITH. P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( 620822205084 )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SHANTHOSH. 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( 620822205098 )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ROHITH. V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( 620822205088 )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MS. JAYANTHI. R,AP/IT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ontent Placeholder 1"/>
          <p:cNvSpPr txBox="1"/>
          <p:nvPr/>
        </p:nvSpPr>
        <p:spPr>
          <a:xfrm>
            <a:off x="750240" y="1143000"/>
            <a:ext cx="8082000" cy="544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Uncontrolled data leakage to cloud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Users upload files to cloud storage without any security inspection.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Sensitive information (PII, credentials, financial data) can be exposed accidentally.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real‑time inspection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Many systems only detect issues after data is already stored or shared; no “gatekeeper” at upload time.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Weak auditability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or no tamper‑evident logs for who uploaded what and why it was allowed/blocked.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risks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Stored files can be altered or corrupted without easy detection.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Title 2"/>
          <p:cNvSpPr txBox="1"/>
          <p:nvPr/>
        </p:nvSpPr>
        <p:spPr>
          <a:xfrm>
            <a:off x="90720" y="22896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6440" cy="561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lightweight Cloud DLP gateway: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Inspect files before they are stored and block uploads that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violate security policies.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configurable DLP policies: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Regex‑based rules for emails, phone numbers, passwords, and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sensitive patterns.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and protect allowed content: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allowed files at rest and store integrity hashes to detect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tampering.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full audit visibility: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Persist all upload attempts (ALLOWED / BLOCKED / ERROR) in an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exportable audit log.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Expose a clean, user‑friendly web dashboard: Simple upload flow          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  for users; clear stats, assets, and logs for admins.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88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85800" y="1182960"/>
            <a:ext cx="8082000" cy="17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or ad‑hoc checks: Security teams review data after upload (if at all). Reliant on user awareness.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Complex enterprise DLP suites: Heavyweight, complicated to configure and deploy. Overkill for smaller organizations or     indiviuals.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5" name="Content Placeholder 5"/>
          <p:cNvSpPr txBox="1"/>
          <p:nvPr/>
        </p:nvSpPr>
        <p:spPr>
          <a:xfrm>
            <a:off x="685800" y="4215960"/>
            <a:ext cx="8082000" cy="241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transparency: Users and admins cannot easily see which uploads were blocked and why, or view currently stored assets.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monitoring gaps: Stored files can be updated or corrupted without straightforward integrity checks.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 Increased risk of accidental data leakage and difficulty demonstrating DLP behavior in PoC settings.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228600" y="3240360"/>
            <a:ext cx="3501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184680" y="3429000"/>
            <a:ext cx="31222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Content Placeholder 6"/>
          <p:cNvSpPr txBox="1"/>
          <p:nvPr/>
        </p:nvSpPr>
        <p:spPr>
          <a:xfrm>
            <a:off x="558000" y="857880"/>
            <a:ext cx="8082000" cy="234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Rule‑based upload gateway: FastAPI backend receives file uploads and applies regex‑based DLP policies before writing to storage.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Encrypted storage with integrity: Allowed files are encrypted (Fernet) and stored locally. SHA‑256 hashes of encrypted blobs are stored for verification.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Structured audit logging: Every attempt is logged in SQLite with reason and timestamp.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Content Placeholder 7"/>
          <p:cNvSpPr txBox="1"/>
          <p:nvPr/>
        </p:nvSpPr>
        <p:spPr>
          <a:xfrm>
            <a:off x="604800" y="4114800"/>
            <a:ext cx="8082000" cy="251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Simple web dashboard: Users upload via a responsive UI; admins view stats, assets, and live audit logs.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Transparency &amp; verifiability: Clear reasons for blocked uploads. Verify endpoint checks that stored files match recorded hashes.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Lightweight and extensible: Easy to plug in more policies, real cloud storage (e.g. S3/MinIO), and authentication later.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2200" cy="99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12" name=""/>
          <p:cNvPicPr/>
          <p:nvPr/>
        </p:nvPicPr>
        <p:blipFill>
          <a:blip r:embed="rId1"/>
          <a:stretch/>
        </p:blipFill>
        <p:spPr>
          <a:xfrm>
            <a:off x="685800" y="914400"/>
            <a:ext cx="8029440" cy="535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440" cy="6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Rectangle 4"/>
          <p:cNvSpPr/>
          <p:nvPr/>
        </p:nvSpPr>
        <p:spPr>
          <a:xfrm>
            <a:off x="275760" y="3599280"/>
            <a:ext cx="3031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Content Placeholder 9"/>
          <p:cNvSpPr txBox="1"/>
          <p:nvPr/>
        </p:nvSpPr>
        <p:spPr>
          <a:xfrm>
            <a:off x="677520" y="114876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1: Rule-Based Content Inspection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2: Cryptographic Hashing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3: Secure Violation Logging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4: User-Defined Security Policies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5: Performance Optimization &amp; Cloud Integration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11147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 1: Rule‑Based Content Inspection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Inspect file contents before upload to detect sensitive information (PII, credentials, etc.).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 regex‑based rules on decoded text to flag patterns such as: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Email addresses, phone numbers, passwords / secrets, IDs.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Flow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receives file → decodes bytes to text → calls DLPDetector.scan(text).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For each rule in policies.json, if regex matches, rule name is added to findings.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If findings is non‑empty, the upload is BLOCKED and never written to storage.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and explainable: rules live in a simple JSON file.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 to extend with new patterns without changing core code.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201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Cryptographic Hashing 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that stored (encrypted) files are not silently modified or corrupted.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each allowed file and compute a SHA‑256 hash of the encrypted blob.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Why hash the encrypted data?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 is verified on the exact bytes stored on disk.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Any change to the encrypted file (bit‑flip, truncation, replacement) changes the hash.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Where it 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only after a file passes DLP inspection.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Connects upload logic with the integrity verification endpoint.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 2: Flow &amp; Data Path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66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Upload path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Allowed upload → encrypt_and_hash(content):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Load Fernet key from environment or .encryption_key file.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 plaintext bytes with Fernet.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Compute SHA‑256(encrypted_bytes) and store as file_hash.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Save encrypted bytes to cloud_storage/uuid.bin.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 metadata in StoredAsset: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 storage_path, file_hash, created_at.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Verification path (/assets/{id}/verify)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Read encrypted file from disk via storage_path.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Recompute SHA‑256(encrypted_bytes) and compare with DB file_hash.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Return: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verified: true + “Hash matches” if equal.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verified: false + “Hash mismatch” or “File missing on storage”.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 2: Security &amp; Benefits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6440" cy="474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properties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Detects any tampering with stored encrypted files (even if DB is unchanged).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Helps prove that “what we stored is still what we originally encrypted.”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Operational advantages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Simple, deterministic verification endpoint for demos and audits.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Can be run periodically or on demand to check storage health.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Extensibility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 to plug in other hash algorithms or HMACs if required.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Same pattern works when migrating from local disk to S3/MinIO.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Secure Violation Logging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 a reliable audit trail for every upload attempt and its outcome.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 Idea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 structured log entries in SQLite with: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 status (ALLOWED / BLOCKED / ERROR), reason, timestamp.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it runs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 every /upload code path: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Size or type failure.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DLP violation.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Successful encrypted storage.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Internal errors (scan/storage issues).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Logging Flow &amp; UI Integration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776160" y="965520"/>
            <a:ext cx="8596440" cy="566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flow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/upload decides outcome → calls: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log_event(filename, status, reasons[]).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log_event: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Opens DB session (get_db_session).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Creates UploadLog row.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Commits or rolls back safely using a context manager.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Frontend /logs page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Fetches GET /logs and shows: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 colored status badge, reason text, time.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Features: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Status filter (Allowed / Blocked / Error).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Search by filename or reason.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Auto‑refresh when Logs page is active.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CSV export button for offline analysis.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Benefits &amp; Use Cases</a:t>
            </a:r>
            <a:br>
              <a:rPr sz="3600"/>
            </a:br>
            <a:endParaRPr lang="en-US" sz="3600" b="1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43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Full visibility into: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Which uploads were allowed or blocked.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Exact reasons for blocking (e.g. “email, password”).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Frequency of errors and misconfigurations.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 cases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 analysis: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Identify common violation patterns (e.g., passwords in PDFs, API Keys).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Tuning DLP rules: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Adjust regexes based on real‑world violations seen in logs.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/ demo: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Show live logs updating as students upload safe vs. sensitive files.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440" cy="7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440" cy="457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DLP gateway that inspects, encrypts, and logs file uploads for cloud environments.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Benefits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many accidental leaks before data even reaches storage.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clear, human‑readable reasons for blocked uploads.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Ensures stored files are encrypted and integrity‑checked.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Offers a transparent, searchable audit trail and simple UI.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solid foundation to extend into a production‑grade DLP solution with richer policies, real cloud backends, and access control.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33" name="Cloud Callout 3"/>
          <p:cNvSpPr/>
          <p:nvPr/>
        </p:nvSpPr>
        <p:spPr>
          <a:xfrm>
            <a:off x="2986560" y="5355360"/>
            <a:ext cx="4659120" cy="12740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1275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2026-03-04T04:00:03Z</dcterms:modified>
  <cp:revision>12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