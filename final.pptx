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8.xml" ContentType="application/vnd.openxmlformats-officedocument.presentationml.slideMaster+xml"/>
  <Override PartName="/ppt/slideMasters/slideMaster5.xml" ContentType="application/vnd.openxmlformats-officedocument.presentationml.slideMaster+xml"/>
  <Override PartName="/ppt/slideMasters/slideMaster21.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4.xml" ContentType="application/vnd.openxmlformats-officedocument.presentationml.slideMaster+xml"/>
  <Override PartName="/ppt/slideMasters/slideMaster18.xml" ContentType="application/vnd.openxmlformats-officedocument.presentationml.slideMaster+xml"/>
  <Override PartName="/ppt/slideMasters/slideMaster12.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xml" ContentType="application/vnd.openxmlformats-officedocument.presentationml.slideMaster+xml"/>
  <Override PartName="/ppt/slideMasters/slideMaster19.xml" ContentType="application/vnd.openxmlformats-officedocument.presentationml.slideMaster+xml"/>
  <Override PartName="/ppt/slideMasters/slideMaster15.xml" ContentType="application/vnd.openxmlformats-officedocument.presentationml.slideMaster+xml"/>
  <Override PartName="/ppt/slideMasters/slideMaster14.xml" ContentType="application/vnd.openxmlformats-officedocument.presentationml.slideMaster+xml"/>
  <Override PartName="/ppt/slideMasters/slideMaster13.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10.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22.xml" ContentType="application/vnd.openxmlformats-officedocument.theme+xml"/>
  <Override PartName="/ppt/theme/theme16.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15.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8.xml" ContentType="application/vnd.openxmlformats-officedocument.theme+xml"/>
  <Override PartName="/ppt/theme/theme14.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90" r:id="rId22"/>
  </p:sldMasterIdLst>
  <p:notesMasterIdLst>
    <p:notesMasterId r:id="rId23"/>
  </p:notesMasterIdLst>
  <p:sldIdLst>
    <p:sldId id="256" r:id="rId24"/>
    <p:sldId id="257" r:id="rId25"/>
    <p:sldId id="258" r:id="rId26"/>
    <p:sldId id="259" r:id="rId27"/>
    <p:sldId id="260" r:id="rId28"/>
    <p:sldId id="261" r:id="rId29"/>
    <p:sldId id="262" r:id="rId30"/>
    <p:sldId id="263" r:id="rId31"/>
    <p:sldId id="264" r:id="rId32"/>
    <p:sldId id="265" r:id="rId33"/>
    <p:sldId id="266" r:id="rId34"/>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notesMaster" Target="notesMasters/notesMaster1.xml"/><Relationship Id="rId24" Type="http://schemas.openxmlformats.org/officeDocument/2006/relationships/slide" Target="slides/slide1.xml"/><Relationship Id="rId25" Type="http://schemas.openxmlformats.org/officeDocument/2006/relationships/slide" Target="slides/slide2.xml"/><Relationship Id="rId26" Type="http://schemas.openxmlformats.org/officeDocument/2006/relationships/slide" Target="slides/slide3.xml"/><Relationship Id="rId27" Type="http://schemas.openxmlformats.org/officeDocument/2006/relationships/slide" Target="slides/slide4.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 Id="rId3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41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41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413" name="PlaceHolder 4"/>
          <p:cNvSpPr>
            <a:spLocks noGrp="1"/>
          </p:cNvSpPr>
          <p:nvPr>
            <p:ph type="dt" idx="64"/>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414" name="PlaceHolder 5"/>
          <p:cNvSpPr>
            <a:spLocks noGrp="1"/>
          </p:cNvSpPr>
          <p:nvPr>
            <p:ph type="ftr" idx="65"/>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15" name="PlaceHolder 6"/>
          <p:cNvSpPr>
            <a:spLocks noGrp="1"/>
          </p:cNvSpPr>
          <p:nvPr>
            <p:ph type="sldNum" idx="66"/>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835ACECB-33F9-4C60-BBC1-45457AAD09B5}"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sldImg"/>
          </p:nvPr>
        </p:nvSpPr>
        <p:spPr>
          <a:xfrm>
            <a:off x="380880" y="685800"/>
            <a:ext cx="6093720" cy="3426840"/>
          </a:xfrm>
          <a:prstGeom prst="rect">
            <a:avLst/>
          </a:prstGeom>
          <a:ln w="0">
            <a:noFill/>
          </a:ln>
        </p:spPr>
      </p:sp>
      <p:sp>
        <p:nvSpPr>
          <p:cNvPr id="463" name="PlaceHolder 2"/>
          <p:cNvSpPr>
            <a:spLocks noGrp="1"/>
          </p:cNvSpPr>
          <p:nvPr>
            <p:ph type="body"/>
          </p:nvPr>
        </p:nvSpPr>
        <p:spPr>
          <a:xfrm>
            <a:off x="685800" y="4343400"/>
            <a:ext cx="5484240" cy="411264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464" name="PlaceHolder 3"/>
          <p:cNvSpPr>
            <a:spLocks noGrp="1"/>
          </p:cNvSpPr>
          <p:nvPr>
            <p:ph type="sldNum" idx="67"/>
          </p:nvPr>
        </p:nvSpPr>
        <p:spPr>
          <a:xfrm>
            <a:off x="3884760" y="8685360"/>
            <a:ext cx="2969640" cy="45504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5BA4E56F-2815-4C96-94E3-C0FFF5B74FF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5F79C7ED-FFE7-42E7-BBBE-6DC50A4CCD3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8"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59" name="PlaceHolder 2"/>
          <p:cNvSpPr>
            <a:spLocks noGrp="1"/>
          </p:cNvSpPr>
          <p:nvPr>
            <p:ph type="subTitle"/>
          </p:nvPr>
        </p:nvSpPr>
        <p:spPr>
          <a:xfrm>
            <a:off x="677160" y="2160720"/>
            <a:ext cx="8594640" cy="387864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671CBCED-62E0-4AEC-80B1-0EDB79D47F0C}"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76"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77"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1F1BEF5F-D874-406F-872D-33C3CA649021}"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ection Header">
    <p:spTree>
      <p:nvGrpSpPr>
        <p:cNvPr id="1" name=""/>
        <p:cNvGrpSpPr/>
        <p:nvPr/>
      </p:nvGrpSpPr>
      <p:grpSpPr>
        <a:xfrm>
          <a:off x="0" y="0"/>
          <a:ext cx="0" cy="0"/>
          <a:chOff x="0" y="0"/>
          <a:chExt cx="0" cy="0"/>
        </a:xfrm>
      </p:grpSpPr>
      <p:sp>
        <p:nvSpPr>
          <p:cNvPr id="94"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95"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60E35B54-9419-4823-ACC4-534675728D74}"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113"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355C204B-ADF3-423D-8660-AF8048803CC7}"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Comparison">
    <p:spTree>
      <p:nvGrpSpPr>
        <p:cNvPr id="1" name=""/>
        <p:cNvGrpSpPr/>
        <p:nvPr/>
      </p:nvGrpSpPr>
      <p:grpSpPr>
        <a:xfrm>
          <a:off x="0" y="0"/>
          <a:ext cx="0" cy="0"/>
          <a:chOff x="0" y="0"/>
          <a:chExt cx="0" cy="0"/>
        </a:xfrm>
      </p:grpSpPr>
      <p:sp>
        <p:nvSpPr>
          <p:cNvPr id="130"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131"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68CE7ED2-A184-4E94-80B7-6B01CE710046}"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148"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149"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A89D1DC2-3AB3-4A57-94A8-BD951F0CBF41}"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Content with Caption">
    <p:spTree>
      <p:nvGrpSpPr>
        <p:cNvPr id="1" name=""/>
        <p:cNvGrpSpPr/>
        <p:nvPr/>
      </p:nvGrpSpPr>
      <p:grpSpPr>
        <a:xfrm>
          <a:off x="0" y="0"/>
          <a:ext cx="0" cy="0"/>
          <a:chOff x="0" y="0"/>
          <a:chExt cx="0" cy="0"/>
        </a:xfrm>
      </p:grpSpPr>
      <p:sp>
        <p:nvSpPr>
          <p:cNvPr id="166"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167"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FE89C740-0DA7-4C32-8C9D-08805C4984B7}"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icture with Caption">
    <p:spTree>
      <p:nvGrpSpPr>
        <p:cNvPr id="1" name=""/>
        <p:cNvGrpSpPr/>
        <p:nvPr/>
      </p:nvGrpSpPr>
      <p:grpSpPr>
        <a:xfrm>
          <a:off x="0" y="0"/>
          <a:ext cx="0" cy="0"/>
          <a:chOff x="0" y="0"/>
          <a:chExt cx="0" cy="0"/>
        </a:xfrm>
      </p:grpSpPr>
      <p:sp>
        <p:nvSpPr>
          <p:cNvPr id="184"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185"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38A6BDCE-B382-402F-B65E-513941CA6D52}"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aption">
    <p:spTree>
      <p:nvGrpSpPr>
        <p:cNvPr id="1" name=""/>
        <p:cNvGrpSpPr/>
        <p:nvPr/>
      </p:nvGrpSpPr>
      <p:grpSpPr>
        <a:xfrm>
          <a:off x="0" y="0"/>
          <a:ext cx="0" cy="0"/>
          <a:chOff x="0" y="0"/>
          <a:chExt cx="0" cy="0"/>
        </a:xfrm>
      </p:grpSpPr>
      <p:sp>
        <p:nvSpPr>
          <p:cNvPr id="202"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03"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4F06A4E4-9B1D-496E-8010-BC00DF62E731}"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Quote with Caption">
    <p:spTree>
      <p:nvGrpSpPr>
        <p:cNvPr id="1" name=""/>
        <p:cNvGrpSpPr/>
        <p:nvPr/>
      </p:nvGrpSpPr>
      <p:grpSpPr>
        <a:xfrm>
          <a:off x="0" y="0"/>
          <a:ext cx="0" cy="0"/>
          <a:chOff x="0" y="0"/>
          <a:chExt cx="0" cy="0"/>
        </a:xfrm>
      </p:grpSpPr>
      <p:sp>
        <p:nvSpPr>
          <p:cNvPr id="222"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23"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B8099B10-40E0-4CA4-9BE7-F74E86F13F6F}"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Name Card">
    <p:spTree>
      <p:nvGrpSpPr>
        <p:cNvPr id="1" name=""/>
        <p:cNvGrpSpPr/>
        <p:nvPr/>
      </p:nvGrpSpPr>
      <p:grpSpPr>
        <a:xfrm>
          <a:off x="0" y="0"/>
          <a:ext cx="0" cy="0"/>
          <a:chOff x="0" y="0"/>
          <a:chExt cx="0" cy="0"/>
        </a:xfrm>
      </p:grpSpPr>
      <p:sp>
        <p:nvSpPr>
          <p:cNvPr id="240"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41"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00892541-9B23-4199-850E-03238A373AA1}" type="slidenum">
              <a:t>&lt;#&gt;</a:t>
            </a:fld>
          </a:p>
        </p:txBody>
      </p:sp>
      <p:sp>
        <p:nvSpPr>
          <p:cNvPr id="6" name="PlaceHolder 5"/>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Quote Name Card">
    <p:spTree>
      <p:nvGrpSpPr>
        <p:cNvPr id="1" name=""/>
        <p:cNvGrpSpPr/>
        <p:nvPr/>
      </p:nvGrpSpPr>
      <p:grpSpPr>
        <a:xfrm>
          <a:off x="0" y="0"/>
          <a:ext cx="0" cy="0"/>
          <a:chOff x="0" y="0"/>
          <a:chExt cx="0" cy="0"/>
        </a:xfrm>
      </p:grpSpPr>
      <p:sp>
        <p:nvSpPr>
          <p:cNvPr id="260"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1"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A4F29A9E-4072-4924-B3F5-474282A7F159}" type="slidenum">
              <a:t>&lt;#&gt;</a:t>
            </a:fld>
          </a:p>
        </p:txBody>
      </p:sp>
      <p:sp>
        <p:nvSpPr>
          <p:cNvPr id="6" name="PlaceHolder 5"/>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rue or False">
    <p:spTree>
      <p:nvGrpSpPr>
        <p:cNvPr id="1" name=""/>
        <p:cNvGrpSpPr/>
        <p:nvPr/>
      </p:nvGrpSpPr>
      <p:grpSpPr>
        <a:xfrm>
          <a:off x="0" y="0"/>
          <a:ext cx="0" cy="0"/>
          <a:chOff x="0" y="0"/>
          <a:chExt cx="0" cy="0"/>
        </a:xfrm>
      </p:grpSpPr>
      <p:sp>
        <p:nvSpPr>
          <p:cNvPr id="278"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79"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40"/>
          </p:nvPr>
        </p:nvSpPr>
        <p:spPr/>
        <p:txBody>
          <a:bodyPr/>
          <a:p>
            <a:r>
              <a:t>Footer</a:t>
            </a:r>
          </a:p>
        </p:txBody>
      </p:sp>
      <p:sp>
        <p:nvSpPr>
          <p:cNvPr id="5" name="PlaceHolder 4"/>
          <p:cNvSpPr>
            <a:spLocks noGrp="1"/>
          </p:cNvSpPr>
          <p:nvPr>
            <p:ph type="sldNum" idx="41"/>
          </p:nvPr>
        </p:nvSpPr>
        <p:spPr/>
        <p:txBody>
          <a:bodyPr/>
          <a:p>
            <a:fld id="{706EC575-45A9-460D-9560-CCF5175EB30D}" type="slidenum">
              <a:t>&lt;#&gt;</a:t>
            </a:fld>
          </a:p>
        </p:txBody>
      </p:sp>
      <p:sp>
        <p:nvSpPr>
          <p:cNvPr id="6" name="PlaceHolder 5"/>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296"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97"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2E7B7B2B-38A6-4220-B647-1F3CBF080A6E}"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15"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C15FCBD8-5064-440A-814D-4C80FC703109}"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332"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33"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49"/>
          </p:nvPr>
        </p:nvSpPr>
        <p:spPr/>
        <p:txBody>
          <a:bodyPr/>
          <a:p>
            <a:r>
              <a:t>Footer</a:t>
            </a:r>
          </a:p>
        </p:txBody>
      </p:sp>
      <p:sp>
        <p:nvSpPr>
          <p:cNvPr id="5" name="PlaceHolder 4"/>
          <p:cNvSpPr>
            <a:spLocks noGrp="1"/>
          </p:cNvSpPr>
          <p:nvPr>
            <p:ph type="sldNum" idx="50"/>
          </p:nvPr>
        </p:nvSpPr>
        <p:spPr/>
        <p:txBody>
          <a:bodyPr/>
          <a:p>
            <a:fld id="{8C392C55-FB8B-4673-A46A-A72752BE53CD}" type="slidenum">
              <a:t>&lt;#&gt;</a:t>
            </a:fld>
          </a:p>
        </p:txBody>
      </p:sp>
      <p:sp>
        <p:nvSpPr>
          <p:cNvPr id="6" name="PlaceHolder 5"/>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spTree>
      <p:nvGrpSpPr>
        <p:cNvPr id="1" name=""/>
        <p:cNvGrpSpPr/>
        <p:nvPr/>
      </p:nvGrpSpPr>
      <p:grpSpPr>
        <a:xfrm>
          <a:off x="0" y="0"/>
          <a:ext cx="0" cy="0"/>
          <a:chOff x="0" y="0"/>
          <a:chExt cx="0" cy="0"/>
        </a:xfrm>
      </p:grpSpPr>
      <p:sp>
        <p:nvSpPr>
          <p:cNvPr id="350"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51"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2A1922E9-605E-41CC-A4AC-1B29EF5DDA57}"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spTree>
      <p:nvGrpSpPr>
        <p:cNvPr id="1" name=""/>
        <p:cNvGrpSpPr/>
        <p:nvPr/>
      </p:nvGrpSpPr>
      <p:grpSpPr>
        <a:xfrm>
          <a:off x="0" y="0"/>
          <a:ext cx="0" cy="0"/>
          <a:chOff x="0" y="0"/>
          <a:chExt cx="0" cy="0"/>
        </a:xfrm>
      </p:grpSpPr>
      <p:sp>
        <p:nvSpPr>
          <p:cNvPr id="368"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69"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7C3ACEDA-009E-48A4-AEE6-21583E0E6A94}"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
    <p:spTree>
      <p:nvGrpSpPr>
        <p:cNvPr id="1" name=""/>
        <p:cNvGrpSpPr/>
        <p:nvPr/>
      </p:nvGrpSpPr>
      <p:grpSpPr>
        <a:xfrm>
          <a:off x="0" y="0"/>
          <a:ext cx="0" cy="0"/>
          <a:chOff x="0" y="0"/>
          <a:chExt cx="0" cy="0"/>
        </a:xfrm>
      </p:grpSpPr>
      <p:sp>
        <p:nvSpPr>
          <p:cNvPr id="386"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87" name="PlaceHolder 2"/>
          <p:cNvSpPr>
            <a:spLocks noGrp="1"/>
          </p:cNvSpPr>
          <p:nvPr>
            <p:ph type="subTitle"/>
          </p:nvPr>
        </p:nvSpPr>
        <p:spPr>
          <a:xfrm>
            <a:off x="677160" y="2160720"/>
            <a:ext cx="8594640" cy="387864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58"/>
          </p:nvPr>
        </p:nvSpPr>
        <p:spPr/>
        <p:txBody>
          <a:bodyPr/>
          <a:p>
            <a:r>
              <a:t>Footer</a:t>
            </a:r>
          </a:p>
        </p:txBody>
      </p:sp>
      <p:sp>
        <p:nvSpPr>
          <p:cNvPr id="5" name="PlaceHolder 4"/>
          <p:cNvSpPr>
            <a:spLocks noGrp="1"/>
          </p:cNvSpPr>
          <p:nvPr>
            <p:ph type="sldNum" idx="59"/>
          </p:nvPr>
        </p:nvSpPr>
        <p:spPr/>
        <p:txBody>
          <a:bodyPr/>
          <a:p>
            <a:fld id="{00D4B6EC-EDF2-4B8E-8205-89437E2EE774}" type="slidenum">
              <a:t>&lt;#&gt;</a:t>
            </a:fld>
          </a:p>
        </p:txBody>
      </p:sp>
      <p:sp>
        <p:nvSpPr>
          <p:cNvPr id="6" name="PlaceHolder 5"/>
          <p:cNvSpPr>
            <a:spLocks noGrp="1"/>
          </p:cNvSpPr>
          <p:nvPr>
            <p:ph type="dt" idx="60"/>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spTree>
      <p:nvGrpSpPr>
        <p:cNvPr id="1" name=""/>
        <p:cNvGrpSpPr/>
        <p:nvPr/>
      </p:nvGrpSpPr>
      <p:grpSpPr>
        <a:xfrm>
          <a:off x="0" y="0"/>
          <a:ext cx="0" cy="0"/>
          <a:chOff x="0" y="0"/>
          <a:chExt cx="0" cy="0"/>
        </a:xfrm>
      </p:grpSpPr>
      <p:sp>
        <p:nvSpPr>
          <p:cNvPr id="388"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89"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58"/>
          </p:nvPr>
        </p:nvSpPr>
        <p:spPr/>
        <p:txBody>
          <a:bodyPr/>
          <a:p>
            <a:r>
              <a:t>Footer</a:t>
            </a:r>
          </a:p>
        </p:txBody>
      </p:sp>
      <p:sp>
        <p:nvSpPr>
          <p:cNvPr id="5" name="PlaceHolder 4"/>
          <p:cNvSpPr>
            <a:spLocks noGrp="1"/>
          </p:cNvSpPr>
          <p:nvPr>
            <p:ph type="sldNum" idx="59"/>
          </p:nvPr>
        </p:nvSpPr>
        <p:spPr/>
        <p:txBody>
          <a:bodyPr/>
          <a:p>
            <a:fld id="{6DD763BC-DE20-4FEA-B92D-D781CB52617C}" type="slidenum">
              <a:t>&lt;#&gt;</a:t>
            </a:fld>
          </a:p>
        </p:txBody>
      </p:sp>
      <p:sp>
        <p:nvSpPr>
          <p:cNvPr id="6" name="PlaceHolder 5"/>
          <p:cNvSpPr>
            <a:spLocks noGrp="1"/>
          </p:cNvSpPr>
          <p:nvPr>
            <p:ph type="dt" idx="60"/>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4">
    <p:spTree>
      <p:nvGrpSpPr>
        <p:cNvPr id="1" name=""/>
        <p:cNvGrpSpPr/>
        <p:nvPr/>
      </p:nvGrpSpPr>
      <p:grpSpPr>
        <a:xfrm>
          <a:off x="0" y="0"/>
          <a:ext cx="0" cy="0"/>
          <a:chOff x="0" y="0"/>
          <a:chExt cx="0" cy="0"/>
        </a:xfrm>
      </p:grpSpPr>
      <p:sp>
        <p:nvSpPr>
          <p:cNvPr id="390"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91"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58"/>
          </p:nvPr>
        </p:nvSpPr>
        <p:spPr/>
        <p:txBody>
          <a:bodyPr/>
          <a:p>
            <a:r>
              <a:t>Footer</a:t>
            </a:r>
          </a:p>
        </p:txBody>
      </p:sp>
      <p:sp>
        <p:nvSpPr>
          <p:cNvPr id="5" name="PlaceHolder 4"/>
          <p:cNvSpPr>
            <a:spLocks noGrp="1"/>
          </p:cNvSpPr>
          <p:nvPr>
            <p:ph type="sldNum" idx="59"/>
          </p:nvPr>
        </p:nvSpPr>
        <p:spPr/>
        <p:txBody>
          <a:bodyPr/>
          <a:p>
            <a:fld id="{B28F8E24-2EBD-4DDB-A272-63CF0A905077}" type="slidenum">
              <a:t>&lt;#&gt;</a:t>
            </a:fld>
          </a:p>
        </p:txBody>
      </p:sp>
      <p:sp>
        <p:nvSpPr>
          <p:cNvPr id="6" name="PlaceHolder 5"/>
          <p:cNvSpPr>
            <a:spLocks noGrp="1"/>
          </p:cNvSpPr>
          <p:nvPr>
            <p:ph type="dt" idx="60"/>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ank">
    <p:spTree>
      <p:nvGrpSpPr>
        <p:cNvPr id="1" name=""/>
        <p:cNvGrpSpPr/>
        <p:nvPr/>
      </p:nvGrpSpPr>
      <p:grpSpPr>
        <a:xfrm>
          <a:off x="0" y="0"/>
          <a:ext cx="0" cy="0"/>
          <a:chOff x="0" y="0"/>
          <a:chExt cx="0" cy="0"/>
        </a:xfrm>
      </p:grpSpPr>
      <p:sp>
        <p:nvSpPr>
          <p:cNvPr id="408" name="PlaceHolder 1"/>
          <p:cNvSpPr>
            <a:spLocks noGrp="1"/>
          </p:cNvSpPr>
          <p:nvPr>
            <p:ph type="title"/>
          </p:nvPr>
        </p:nvSpPr>
        <p:spPr>
          <a:xfrm>
            <a:off x="677160" y="887760"/>
            <a:ext cx="8594640" cy="76248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409" name="PlaceHolder 2"/>
          <p:cNvSpPr>
            <a:spLocks noGrp="1"/>
          </p:cNvSpPr>
          <p:nvPr>
            <p:ph/>
          </p:nvPr>
        </p:nvSpPr>
        <p:spPr>
          <a:xfrm>
            <a:off x="677160" y="2160720"/>
            <a:ext cx="8594640" cy="38786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61"/>
          </p:nvPr>
        </p:nvSpPr>
        <p:spPr/>
        <p:txBody>
          <a:bodyPr/>
          <a:p>
            <a:r>
              <a:t>Footer</a:t>
            </a:r>
          </a:p>
        </p:txBody>
      </p:sp>
      <p:sp>
        <p:nvSpPr>
          <p:cNvPr id="5" name="PlaceHolder 4"/>
          <p:cNvSpPr>
            <a:spLocks noGrp="1"/>
          </p:cNvSpPr>
          <p:nvPr>
            <p:ph type="sldNum" idx="62"/>
          </p:nvPr>
        </p:nvSpPr>
        <p:spPr/>
        <p:txBody>
          <a:bodyPr/>
          <a:p>
            <a:fld id="{F0343D9D-25E9-4231-9903-DDDF74159AB9}" type="slidenum">
              <a:t>&lt;#&gt;</a:t>
            </a:fld>
          </a:p>
        </p:txBody>
      </p:sp>
      <p:sp>
        <p:nvSpPr>
          <p:cNvPr id="6" name="PlaceHolder 5"/>
          <p:cNvSpPr>
            <a:spLocks noGrp="1"/>
          </p:cNvSpPr>
          <p:nvPr>
            <p:ph type="dt" idx="6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jpe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jpeg"/><Relationship Id="rId3"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jpeg"/><Relationship Id="rId3"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1.jpeg"/><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1.jpeg"/><Relationship Id="rId3"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0320" cy="6868440"/>
            <a:chOff x="0" y="-8640"/>
            <a:chExt cx="12190320" cy="6868440"/>
          </a:xfrm>
        </p:grpSpPr>
        <p:cxnSp>
          <p:nvCxnSpPr>
            <p:cNvPr id="3" name="Straight Connector 19"/>
            <p:cNvCxnSpPr/>
            <p:nvPr/>
          </p:nvCxnSpPr>
          <p:spPr>
            <a:xfrm>
              <a:off x="9370800" y="0"/>
              <a:ext cx="1221480" cy="6860160"/>
            </a:xfrm>
            <a:prstGeom prst="straightConnector1">
              <a:avLst/>
            </a:prstGeom>
            <a:ln cap="rnd" w="9360">
              <a:solidFill>
                <a:srgbClr val="bfbfbf"/>
              </a:solidFill>
              <a:round/>
            </a:ln>
          </p:spPr>
        </p:cxnSp>
        <p:cxnSp>
          <p:nvCxnSpPr>
            <p:cNvPr id="4"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5"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6"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7"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8"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9"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0"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1"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2"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grpSp>
        <p:nvGrpSpPr>
          <p:cNvPr id="13" name="Group 6"/>
          <p:cNvGrpSpPr/>
          <p:nvPr/>
        </p:nvGrpSpPr>
        <p:grpSpPr>
          <a:xfrm>
            <a:off x="2160" y="-8640"/>
            <a:ext cx="12188160" cy="6868440"/>
            <a:chOff x="2160" y="-8640"/>
            <a:chExt cx="12188160" cy="6868440"/>
          </a:xfrm>
        </p:grpSpPr>
        <p:cxnSp>
          <p:nvCxnSpPr>
            <p:cNvPr id="14" name="Straight Connector 31"/>
            <p:cNvCxnSpPr/>
            <p:nvPr/>
          </p:nvCxnSpPr>
          <p:spPr>
            <a:xfrm>
              <a:off x="9370800" y="0"/>
              <a:ext cx="1221480" cy="6860160"/>
            </a:xfrm>
            <a:prstGeom prst="straightConnector1">
              <a:avLst/>
            </a:prstGeom>
            <a:ln cap="rnd" w="9360">
              <a:solidFill>
                <a:srgbClr val="bfbfbf"/>
              </a:solidFill>
              <a:round/>
            </a:ln>
          </p:spPr>
        </p:cxnSp>
        <p:cxnSp>
          <p:nvCxnSpPr>
            <p:cNvPr id="15"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16"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7"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8" name="Isosceles Triangle 26"/>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9"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0"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1"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2" name="Isosceles Triangle 30"/>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3" name="Isosceles Triangle 18"/>
            <p:cNvSpPr/>
            <p:nvPr/>
          </p:nvSpPr>
          <p:spPr>
            <a:xfrm rot="10800000">
              <a:off x="2160" y="2160"/>
              <a:ext cx="840600" cy="5663880"/>
            </a:xfrm>
            <a:prstGeom prst="triangle">
              <a:avLst>
                <a:gd name="adj" fmla="val 10000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24"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26" name="PlaceHolder 3"/>
          <p:cNvSpPr>
            <a:spLocks noGrp="1"/>
          </p:cNvSpPr>
          <p:nvPr>
            <p:ph type="ftr" idx="1"/>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7" name="PlaceHolder 4"/>
          <p:cNvSpPr>
            <a:spLocks noGrp="1"/>
          </p:cNvSpPr>
          <p:nvPr>
            <p:ph type="sldNum" idx="2"/>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73CA635-FC92-470A-A183-E741B550DAB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8" name="PlaceHolder 5"/>
          <p:cNvSpPr>
            <a:spLocks noGrp="1"/>
          </p:cNvSpPr>
          <p:nvPr>
            <p:ph type="dt" idx="3"/>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0320" cy="6868440"/>
            <a:chOff x="0" y="-8640"/>
            <a:chExt cx="12190320" cy="6868440"/>
          </a:xfrm>
        </p:grpSpPr>
        <p:cxnSp>
          <p:nvCxnSpPr>
            <p:cNvPr id="32" name="Straight Connector 19"/>
            <p:cNvCxnSpPr/>
            <p:nvPr/>
          </p:nvCxnSpPr>
          <p:spPr>
            <a:xfrm>
              <a:off x="9370800" y="0"/>
              <a:ext cx="1221480" cy="6860160"/>
            </a:xfrm>
            <a:prstGeom prst="straightConnector1">
              <a:avLst/>
            </a:prstGeom>
            <a:ln cap="rnd" w="9360">
              <a:solidFill>
                <a:srgbClr val="bfbfbf"/>
              </a:solidFill>
              <a:round/>
            </a:ln>
          </p:spPr>
        </p:cxnSp>
        <p:cxnSp>
          <p:nvCxnSpPr>
            <p:cNvPr id="33"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34"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5"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6"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7"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8"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9"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40"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41"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grpSp>
        <p:nvGrpSpPr>
          <p:cNvPr id="42" name="Group 6"/>
          <p:cNvGrpSpPr/>
          <p:nvPr/>
        </p:nvGrpSpPr>
        <p:grpSpPr>
          <a:xfrm>
            <a:off x="2160" y="-8640"/>
            <a:ext cx="12188160" cy="6868440"/>
            <a:chOff x="2160" y="-8640"/>
            <a:chExt cx="12188160" cy="6868440"/>
          </a:xfrm>
        </p:grpSpPr>
        <p:cxnSp>
          <p:nvCxnSpPr>
            <p:cNvPr id="43" name="Straight Connector 31"/>
            <p:cNvCxnSpPr/>
            <p:nvPr/>
          </p:nvCxnSpPr>
          <p:spPr>
            <a:xfrm>
              <a:off x="9370800" y="0"/>
              <a:ext cx="1221480" cy="6860160"/>
            </a:xfrm>
            <a:prstGeom prst="straightConnector1">
              <a:avLst/>
            </a:prstGeom>
            <a:ln cap="rnd" w="9360">
              <a:solidFill>
                <a:srgbClr val="bfbfbf"/>
              </a:solidFill>
              <a:round/>
            </a:ln>
          </p:spPr>
        </p:cxnSp>
        <p:cxnSp>
          <p:nvCxnSpPr>
            <p:cNvPr id="44"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45"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46"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47" name="Isosceles Triangle 26"/>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48"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49"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50"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51" name="Isosceles Triangle 30"/>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52" name="Isosceles Triangle 18"/>
            <p:cNvSpPr/>
            <p:nvPr/>
          </p:nvSpPr>
          <p:spPr>
            <a:xfrm rot="10800000">
              <a:off x="2160" y="2160"/>
              <a:ext cx="840600" cy="5663880"/>
            </a:xfrm>
            <a:prstGeom prst="triangle">
              <a:avLst>
                <a:gd name="adj" fmla="val 10000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53"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54" name="PlaceHolder 2"/>
          <p:cNvSpPr>
            <a:spLocks noGrp="1"/>
          </p:cNvSpPr>
          <p:nvPr>
            <p:ph type="ftr" idx="4"/>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55" name="PlaceHolder 3"/>
          <p:cNvSpPr>
            <a:spLocks noGrp="1"/>
          </p:cNvSpPr>
          <p:nvPr>
            <p:ph type="sldNum" idx="5"/>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54956D0-B616-437E-9BE2-BEF2FB459520}"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Noto Serif"/>
            </a:endParaRPr>
          </a:p>
        </p:txBody>
      </p:sp>
      <p:sp>
        <p:nvSpPr>
          <p:cNvPr id="56" name="PlaceHolder 4"/>
          <p:cNvSpPr>
            <a:spLocks noGrp="1"/>
          </p:cNvSpPr>
          <p:nvPr>
            <p:ph type="dt" idx="6"/>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5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0" name="Group 6"/>
          <p:cNvGrpSpPr/>
          <p:nvPr/>
        </p:nvGrpSpPr>
        <p:grpSpPr>
          <a:xfrm>
            <a:off x="0" y="-8640"/>
            <a:ext cx="12190320" cy="6868440"/>
            <a:chOff x="0" y="-8640"/>
            <a:chExt cx="12190320" cy="6868440"/>
          </a:xfrm>
        </p:grpSpPr>
        <p:cxnSp>
          <p:nvCxnSpPr>
            <p:cNvPr id="61" name="Straight Connector 19"/>
            <p:cNvCxnSpPr/>
            <p:nvPr/>
          </p:nvCxnSpPr>
          <p:spPr>
            <a:xfrm>
              <a:off x="9370800" y="0"/>
              <a:ext cx="1221480" cy="6860160"/>
            </a:xfrm>
            <a:prstGeom prst="straightConnector1">
              <a:avLst/>
            </a:prstGeom>
            <a:ln cap="rnd" w="9360">
              <a:solidFill>
                <a:srgbClr val="bfbfbf"/>
              </a:solidFill>
              <a:round/>
            </a:ln>
          </p:spPr>
        </p:cxnSp>
        <p:cxnSp>
          <p:nvCxnSpPr>
            <p:cNvPr id="62"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63"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64"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65"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66"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67"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68"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69"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70"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71" name="PlaceHolder 1"/>
          <p:cNvSpPr>
            <a:spLocks noGrp="1"/>
          </p:cNvSpPr>
          <p:nvPr>
            <p:ph type="title"/>
          </p:nvPr>
        </p:nvSpPr>
        <p:spPr>
          <a:xfrm>
            <a:off x="677160" y="609480"/>
            <a:ext cx="8594640" cy="1318680"/>
          </a:xfrm>
          <a:prstGeom prst="rect">
            <a:avLst/>
          </a:prstGeom>
          <a:noFill/>
          <a:ln w="0">
            <a:noFill/>
          </a:ln>
        </p:spPr>
        <p:txBody>
          <a:bodyPr lIns="0" rIns="0" tIns="0" bIns="0" anchor="ctr" vert="eaVert">
            <a:no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72" name="PlaceHolder 2"/>
          <p:cNvSpPr>
            <a:spLocks noGrp="1"/>
          </p:cNvSpPr>
          <p:nvPr>
            <p:ph type="body"/>
          </p:nvPr>
        </p:nvSpPr>
        <p:spPr>
          <a:xfrm>
            <a:off x="677160" y="2160720"/>
            <a:ext cx="8594640" cy="3878640"/>
          </a:xfrm>
          <a:prstGeom prst="rect">
            <a:avLst/>
          </a:prstGeom>
          <a:noFill/>
          <a:ln w="0">
            <a:noFill/>
          </a:ln>
        </p:spPr>
        <p:txBody>
          <a:bodyPr lIns="0" rIns="0" tIns="0" bIns="0" anchor="t" vert="eaVert">
            <a:normAutofit fontScale="92500" lnSpcReduction="9999"/>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73" name="PlaceHolder 3"/>
          <p:cNvSpPr>
            <a:spLocks noGrp="1"/>
          </p:cNvSpPr>
          <p:nvPr>
            <p:ph type="ftr" idx="7"/>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74" name="PlaceHolder 4"/>
          <p:cNvSpPr>
            <a:spLocks noGrp="1"/>
          </p:cNvSpPr>
          <p:nvPr>
            <p:ph type="sldNum" idx="8"/>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C05D10C-BA89-412E-8B59-F901F935E75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75" name="PlaceHolder 5"/>
          <p:cNvSpPr>
            <a:spLocks noGrp="1"/>
          </p:cNvSpPr>
          <p:nvPr>
            <p:ph type="dt" idx="9"/>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78" name="Group 6"/>
          <p:cNvGrpSpPr/>
          <p:nvPr/>
        </p:nvGrpSpPr>
        <p:grpSpPr>
          <a:xfrm>
            <a:off x="0" y="-8640"/>
            <a:ext cx="12190320" cy="6868440"/>
            <a:chOff x="0" y="-8640"/>
            <a:chExt cx="12190320" cy="6868440"/>
          </a:xfrm>
        </p:grpSpPr>
        <p:cxnSp>
          <p:nvCxnSpPr>
            <p:cNvPr id="79" name="Straight Connector 19"/>
            <p:cNvCxnSpPr/>
            <p:nvPr/>
          </p:nvCxnSpPr>
          <p:spPr>
            <a:xfrm>
              <a:off x="9370800" y="0"/>
              <a:ext cx="1221480" cy="6860160"/>
            </a:xfrm>
            <a:prstGeom prst="straightConnector1">
              <a:avLst/>
            </a:prstGeom>
            <a:ln cap="rnd" w="9360">
              <a:solidFill>
                <a:srgbClr val="bfbfbf"/>
              </a:solidFill>
              <a:round/>
            </a:ln>
          </p:spPr>
        </p:cxnSp>
        <p:cxnSp>
          <p:nvCxnSpPr>
            <p:cNvPr id="80"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81"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82"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83"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84"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85"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86"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87"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88"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89"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90"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91" name="PlaceHolder 3"/>
          <p:cNvSpPr>
            <a:spLocks noGrp="1"/>
          </p:cNvSpPr>
          <p:nvPr>
            <p:ph type="ftr" idx="10"/>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2" name="PlaceHolder 4"/>
          <p:cNvSpPr>
            <a:spLocks noGrp="1"/>
          </p:cNvSpPr>
          <p:nvPr>
            <p:ph type="sldNum" idx="11"/>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62861DE-3727-4401-A372-4DFBD14CF5B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93" name="PlaceHolder 5"/>
          <p:cNvSpPr>
            <a:spLocks noGrp="1"/>
          </p:cNvSpPr>
          <p:nvPr>
            <p:ph type="dt" idx="12"/>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6" name="Group 6"/>
          <p:cNvGrpSpPr/>
          <p:nvPr/>
        </p:nvGrpSpPr>
        <p:grpSpPr>
          <a:xfrm>
            <a:off x="0" y="-8640"/>
            <a:ext cx="12190320" cy="6868440"/>
            <a:chOff x="0" y="-8640"/>
            <a:chExt cx="12190320" cy="6868440"/>
          </a:xfrm>
        </p:grpSpPr>
        <p:cxnSp>
          <p:nvCxnSpPr>
            <p:cNvPr id="97" name="Straight Connector 19"/>
            <p:cNvCxnSpPr/>
            <p:nvPr/>
          </p:nvCxnSpPr>
          <p:spPr>
            <a:xfrm>
              <a:off x="9370800" y="0"/>
              <a:ext cx="1221480" cy="6860160"/>
            </a:xfrm>
            <a:prstGeom prst="straightConnector1">
              <a:avLst/>
            </a:prstGeom>
            <a:ln cap="rnd" w="9360">
              <a:solidFill>
                <a:srgbClr val="bfbfbf"/>
              </a:solidFill>
              <a:round/>
            </a:ln>
          </p:spPr>
        </p:cxnSp>
        <p:cxnSp>
          <p:nvCxnSpPr>
            <p:cNvPr id="98"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99"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00"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01"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02"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03"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04"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05"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06"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107"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108"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109" name="PlaceHolder 3"/>
          <p:cNvSpPr>
            <a:spLocks noGrp="1"/>
          </p:cNvSpPr>
          <p:nvPr>
            <p:ph type="ftr" idx="13"/>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0" name="PlaceHolder 4"/>
          <p:cNvSpPr>
            <a:spLocks noGrp="1"/>
          </p:cNvSpPr>
          <p:nvPr>
            <p:ph type="sldNum" idx="14"/>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2C097213-E3B9-41B9-A7E6-B35B3BAE7DF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11" name="PlaceHolder 5"/>
          <p:cNvSpPr>
            <a:spLocks noGrp="1"/>
          </p:cNvSpPr>
          <p:nvPr>
            <p:ph type="dt" idx="15"/>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4" name="Group 6"/>
          <p:cNvGrpSpPr/>
          <p:nvPr/>
        </p:nvGrpSpPr>
        <p:grpSpPr>
          <a:xfrm>
            <a:off x="0" y="-8640"/>
            <a:ext cx="12190320" cy="6868440"/>
            <a:chOff x="0" y="-8640"/>
            <a:chExt cx="12190320" cy="6868440"/>
          </a:xfrm>
        </p:grpSpPr>
        <p:cxnSp>
          <p:nvCxnSpPr>
            <p:cNvPr id="115" name="Straight Connector 19"/>
            <p:cNvCxnSpPr/>
            <p:nvPr/>
          </p:nvCxnSpPr>
          <p:spPr>
            <a:xfrm>
              <a:off x="9370800" y="0"/>
              <a:ext cx="1221480" cy="6860160"/>
            </a:xfrm>
            <a:prstGeom prst="straightConnector1">
              <a:avLst/>
            </a:prstGeom>
            <a:ln cap="rnd" w="9360">
              <a:solidFill>
                <a:srgbClr val="bfbfbf"/>
              </a:solidFill>
              <a:round/>
            </a:ln>
          </p:spPr>
        </p:cxnSp>
        <p:cxnSp>
          <p:nvCxnSpPr>
            <p:cNvPr id="116"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117"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18"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19"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20"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21"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22"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23"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24"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125"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126"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127" name="PlaceHolder 3"/>
          <p:cNvSpPr>
            <a:spLocks noGrp="1"/>
          </p:cNvSpPr>
          <p:nvPr>
            <p:ph type="ftr" idx="16"/>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28" name="PlaceHolder 4"/>
          <p:cNvSpPr>
            <a:spLocks noGrp="1"/>
          </p:cNvSpPr>
          <p:nvPr>
            <p:ph type="sldNum" idx="17"/>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9FB6C56-5EBA-44AB-BD53-FC2D79D9EE1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29" name="PlaceHolder 5"/>
          <p:cNvSpPr>
            <a:spLocks noGrp="1"/>
          </p:cNvSpPr>
          <p:nvPr>
            <p:ph type="dt" idx="18"/>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2" name="Group 6"/>
          <p:cNvGrpSpPr/>
          <p:nvPr/>
        </p:nvGrpSpPr>
        <p:grpSpPr>
          <a:xfrm>
            <a:off x="0" y="-8640"/>
            <a:ext cx="12190320" cy="6868440"/>
            <a:chOff x="0" y="-8640"/>
            <a:chExt cx="12190320" cy="6868440"/>
          </a:xfrm>
        </p:grpSpPr>
        <p:cxnSp>
          <p:nvCxnSpPr>
            <p:cNvPr id="133" name="Straight Connector 19"/>
            <p:cNvCxnSpPr/>
            <p:nvPr/>
          </p:nvCxnSpPr>
          <p:spPr>
            <a:xfrm>
              <a:off x="9370800" y="0"/>
              <a:ext cx="1221480" cy="6860160"/>
            </a:xfrm>
            <a:prstGeom prst="straightConnector1">
              <a:avLst/>
            </a:prstGeom>
            <a:ln cap="rnd" w="9360">
              <a:solidFill>
                <a:srgbClr val="bfbfbf"/>
              </a:solidFill>
              <a:round/>
            </a:ln>
          </p:spPr>
        </p:cxnSp>
        <p:cxnSp>
          <p:nvCxnSpPr>
            <p:cNvPr id="134"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135"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36"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37"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38"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39"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40"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41"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42"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143"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144"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145" name="PlaceHolder 3"/>
          <p:cNvSpPr>
            <a:spLocks noGrp="1"/>
          </p:cNvSpPr>
          <p:nvPr>
            <p:ph type="ftr" idx="19"/>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46" name="PlaceHolder 4"/>
          <p:cNvSpPr>
            <a:spLocks noGrp="1"/>
          </p:cNvSpPr>
          <p:nvPr>
            <p:ph type="sldNum" idx="20"/>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0AA7F52-4879-47DC-BBEF-73CCBFBB00F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47" name="PlaceHolder 5"/>
          <p:cNvSpPr>
            <a:spLocks noGrp="1"/>
          </p:cNvSpPr>
          <p:nvPr>
            <p:ph type="dt" idx="21"/>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0" name="Group 6"/>
          <p:cNvGrpSpPr/>
          <p:nvPr/>
        </p:nvGrpSpPr>
        <p:grpSpPr>
          <a:xfrm>
            <a:off x="0" y="-8640"/>
            <a:ext cx="12190320" cy="6868440"/>
            <a:chOff x="0" y="-8640"/>
            <a:chExt cx="12190320" cy="6868440"/>
          </a:xfrm>
        </p:grpSpPr>
        <p:cxnSp>
          <p:nvCxnSpPr>
            <p:cNvPr id="151" name="Straight Connector 19"/>
            <p:cNvCxnSpPr/>
            <p:nvPr/>
          </p:nvCxnSpPr>
          <p:spPr>
            <a:xfrm>
              <a:off x="9370800" y="0"/>
              <a:ext cx="1221480" cy="6860160"/>
            </a:xfrm>
            <a:prstGeom prst="straightConnector1">
              <a:avLst/>
            </a:prstGeom>
            <a:ln cap="rnd" w="9360">
              <a:solidFill>
                <a:srgbClr val="bfbfbf"/>
              </a:solidFill>
              <a:round/>
            </a:ln>
          </p:spPr>
        </p:cxnSp>
        <p:cxnSp>
          <p:nvCxnSpPr>
            <p:cNvPr id="152"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153"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54"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55"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56"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57"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58"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59"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60"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161"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162"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163" name="PlaceHolder 3"/>
          <p:cNvSpPr>
            <a:spLocks noGrp="1"/>
          </p:cNvSpPr>
          <p:nvPr>
            <p:ph type="ftr" idx="22"/>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4" name="PlaceHolder 4"/>
          <p:cNvSpPr>
            <a:spLocks noGrp="1"/>
          </p:cNvSpPr>
          <p:nvPr>
            <p:ph type="sldNum" idx="23"/>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8624B52-5D64-4B92-B14F-7FCE5E6459D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65" name="PlaceHolder 5"/>
          <p:cNvSpPr>
            <a:spLocks noGrp="1"/>
          </p:cNvSpPr>
          <p:nvPr>
            <p:ph type="dt" idx="24"/>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8" name="Group 6"/>
          <p:cNvGrpSpPr/>
          <p:nvPr/>
        </p:nvGrpSpPr>
        <p:grpSpPr>
          <a:xfrm>
            <a:off x="0" y="-8640"/>
            <a:ext cx="12190320" cy="6868440"/>
            <a:chOff x="0" y="-8640"/>
            <a:chExt cx="12190320" cy="6868440"/>
          </a:xfrm>
        </p:grpSpPr>
        <p:cxnSp>
          <p:nvCxnSpPr>
            <p:cNvPr id="169" name="Straight Connector 19"/>
            <p:cNvCxnSpPr/>
            <p:nvPr/>
          </p:nvCxnSpPr>
          <p:spPr>
            <a:xfrm>
              <a:off x="9370800" y="0"/>
              <a:ext cx="1221480" cy="6860160"/>
            </a:xfrm>
            <a:prstGeom prst="straightConnector1">
              <a:avLst/>
            </a:prstGeom>
            <a:ln cap="rnd" w="9360">
              <a:solidFill>
                <a:srgbClr val="bfbfbf"/>
              </a:solidFill>
              <a:round/>
            </a:ln>
          </p:spPr>
        </p:cxnSp>
        <p:cxnSp>
          <p:nvCxnSpPr>
            <p:cNvPr id="170"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171"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72"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73"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74"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75"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76"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77"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78"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179"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180"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181" name="PlaceHolder 3"/>
          <p:cNvSpPr>
            <a:spLocks noGrp="1"/>
          </p:cNvSpPr>
          <p:nvPr>
            <p:ph type="ftr" idx="25"/>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2" name="PlaceHolder 4"/>
          <p:cNvSpPr>
            <a:spLocks noGrp="1"/>
          </p:cNvSpPr>
          <p:nvPr>
            <p:ph type="sldNum" idx="26"/>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283255A-F1B0-4946-B764-226DF7377CD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83" name="PlaceHolder 5"/>
          <p:cNvSpPr>
            <a:spLocks noGrp="1"/>
          </p:cNvSpPr>
          <p:nvPr>
            <p:ph type="dt" idx="27"/>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6" name="Group 6"/>
          <p:cNvGrpSpPr/>
          <p:nvPr/>
        </p:nvGrpSpPr>
        <p:grpSpPr>
          <a:xfrm>
            <a:off x="0" y="-8640"/>
            <a:ext cx="12190320" cy="6868440"/>
            <a:chOff x="0" y="-8640"/>
            <a:chExt cx="12190320" cy="6868440"/>
          </a:xfrm>
        </p:grpSpPr>
        <p:cxnSp>
          <p:nvCxnSpPr>
            <p:cNvPr id="187" name="Straight Connector 19"/>
            <p:cNvCxnSpPr/>
            <p:nvPr/>
          </p:nvCxnSpPr>
          <p:spPr>
            <a:xfrm>
              <a:off x="9370800" y="0"/>
              <a:ext cx="1221480" cy="6860160"/>
            </a:xfrm>
            <a:prstGeom prst="straightConnector1">
              <a:avLst/>
            </a:prstGeom>
            <a:ln cap="rnd" w="9360">
              <a:solidFill>
                <a:srgbClr val="bfbfbf"/>
              </a:solidFill>
              <a:round/>
            </a:ln>
          </p:spPr>
        </p:cxnSp>
        <p:cxnSp>
          <p:nvCxnSpPr>
            <p:cNvPr id="188"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189"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90"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91"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92"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193"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94"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95"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196"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197"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198"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199" name="PlaceHolder 3"/>
          <p:cNvSpPr>
            <a:spLocks noGrp="1"/>
          </p:cNvSpPr>
          <p:nvPr>
            <p:ph type="ftr" idx="28"/>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00" name="PlaceHolder 4"/>
          <p:cNvSpPr>
            <a:spLocks noGrp="1"/>
          </p:cNvSpPr>
          <p:nvPr>
            <p:ph type="sldNum" idx="29"/>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8A566A9-B6EB-4069-B789-1571715333E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01" name="PlaceHolder 5"/>
          <p:cNvSpPr>
            <a:spLocks noGrp="1"/>
          </p:cNvSpPr>
          <p:nvPr>
            <p:ph type="dt" idx="30"/>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4" name="Group 6"/>
          <p:cNvGrpSpPr/>
          <p:nvPr/>
        </p:nvGrpSpPr>
        <p:grpSpPr>
          <a:xfrm>
            <a:off x="0" y="-8640"/>
            <a:ext cx="12190320" cy="6868440"/>
            <a:chOff x="0" y="-8640"/>
            <a:chExt cx="12190320" cy="6868440"/>
          </a:xfrm>
        </p:grpSpPr>
        <p:cxnSp>
          <p:nvCxnSpPr>
            <p:cNvPr id="205" name="Straight Connector 19"/>
            <p:cNvCxnSpPr/>
            <p:nvPr/>
          </p:nvCxnSpPr>
          <p:spPr>
            <a:xfrm>
              <a:off x="9370800" y="0"/>
              <a:ext cx="1221480" cy="6860160"/>
            </a:xfrm>
            <a:prstGeom prst="straightConnector1">
              <a:avLst/>
            </a:prstGeom>
            <a:ln cap="rnd" w="9360">
              <a:solidFill>
                <a:srgbClr val="bfbfbf"/>
              </a:solidFill>
              <a:round/>
            </a:ln>
          </p:spPr>
        </p:cxnSp>
        <p:cxnSp>
          <p:nvCxnSpPr>
            <p:cNvPr id="206"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207"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08"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09"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10"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11"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12"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13"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14"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215" name="TextBox 19"/>
          <p:cNvSpPr/>
          <p:nvPr/>
        </p:nvSpPr>
        <p:spPr>
          <a:xfrm>
            <a:off x="541800" y="790200"/>
            <a:ext cx="607320" cy="58248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Noto Serif"/>
            </a:endParaRPr>
          </a:p>
        </p:txBody>
      </p:sp>
      <p:sp>
        <p:nvSpPr>
          <p:cNvPr id="216" name="TextBox 21"/>
          <p:cNvSpPr/>
          <p:nvPr/>
        </p:nvSpPr>
        <p:spPr>
          <a:xfrm>
            <a:off x="8893080" y="2886480"/>
            <a:ext cx="607320" cy="58248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Noto Serif"/>
            </a:endParaRPr>
          </a:p>
        </p:txBody>
      </p:sp>
      <p:sp>
        <p:nvSpPr>
          <p:cNvPr id="217"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18"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219" name="PlaceHolder 3"/>
          <p:cNvSpPr>
            <a:spLocks noGrp="1"/>
          </p:cNvSpPr>
          <p:nvPr>
            <p:ph type="ftr" idx="31"/>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20" name="PlaceHolder 4"/>
          <p:cNvSpPr>
            <a:spLocks noGrp="1"/>
          </p:cNvSpPr>
          <p:nvPr>
            <p:ph type="sldNum" idx="32"/>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D632E2A-AED0-41CE-A6FE-8CA114C1F7F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21" name="PlaceHolder 5"/>
          <p:cNvSpPr>
            <a:spLocks noGrp="1"/>
          </p:cNvSpPr>
          <p:nvPr>
            <p:ph type="dt" idx="33"/>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24" name="Group 6"/>
          <p:cNvGrpSpPr/>
          <p:nvPr/>
        </p:nvGrpSpPr>
        <p:grpSpPr>
          <a:xfrm>
            <a:off x="0" y="-8640"/>
            <a:ext cx="12190320" cy="6868440"/>
            <a:chOff x="0" y="-8640"/>
            <a:chExt cx="12190320" cy="6868440"/>
          </a:xfrm>
        </p:grpSpPr>
        <p:cxnSp>
          <p:nvCxnSpPr>
            <p:cNvPr id="225" name="Straight Connector 19"/>
            <p:cNvCxnSpPr/>
            <p:nvPr/>
          </p:nvCxnSpPr>
          <p:spPr>
            <a:xfrm>
              <a:off x="9370800" y="0"/>
              <a:ext cx="1221480" cy="6860160"/>
            </a:xfrm>
            <a:prstGeom prst="straightConnector1">
              <a:avLst/>
            </a:prstGeom>
            <a:ln cap="rnd" w="9360">
              <a:solidFill>
                <a:srgbClr val="bfbfbf"/>
              </a:solidFill>
              <a:round/>
            </a:ln>
          </p:spPr>
        </p:cxnSp>
        <p:cxnSp>
          <p:nvCxnSpPr>
            <p:cNvPr id="226"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227"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28"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29"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30"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31"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32"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33"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34"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235"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36"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237" name="PlaceHolder 3"/>
          <p:cNvSpPr>
            <a:spLocks noGrp="1"/>
          </p:cNvSpPr>
          <p:nvPr>
            <p:ph type="ftr" idx="34"/>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8" name="PlaceHolder 4"/>
          <p:cNvSpPr>
            <a:spLocks noGrp="1"/>
          </p:cNvSpPr>
          <p:nvPr>
            <p:ph type="sldNum" idx="35"/>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63D47B8-9DA4-472D-9BC6-884E976CF4F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39" name="PlaceHolder 5"/>
          <p:cNvSpPr>
            <a:spLocks noGrp="1"/>
          </p:cNvSpPr>
          <p:nvPr>
            <p:ph type="dt" idx="36"/>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42" name="Group 6"/>
          <p:cNvGrpSpPr/>
          <p:nvPr/>
        </p:nvGrpSpPr>
        <p:grpSpPr>
          <a:xfrm>
            <a:off x="0" y="-8640"/>
            <a:ext cx="12190320" cy="6868440"/>
            <a:chOff x="0" y="-8640"/>
            <a:chExt cx="12190320" cy="6868440"/>
          </a:xfrm>
        </p:grpSpPr>
        <p:cxnSp>
          <p:nvCxnSpPr>
            <p:cNvPr id="243" name="Straight Connector 19"/>
            <p:cNvCxnSpPr/>
            <p:nvPr/>
          </p:nvCxnSpPr>
          <p:spPr>
            <a:xfrm>
              <a:off x="9370800" y="0"/>
              <a:ext cx="1221480" cy="6860160"/>
            </a:xfrm>
            <a:prstGeom prst="straightConnector1">
              <a:avLst/>
            </a:prstGeom>
            <a:ln cap="rnd" w="9360">
              <a:solidFill>
                <a:srgbClr val="bfbfbf"/>
              </a:solidFill>
              <a:round/>
            </a:ln>
          </p:spPr>
        </p:cxnSp>
        <p:cxnSp>
          <p:nvCxnSpPr>
            <p:cNvPr id="244"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245"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46"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47"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48"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49"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50"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51"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52"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253" name="TextBox 23"/>
          <p:cNvSpPr/>
          <p:nvPr/>
        </p:nvSpPr>
        <p:spPr>
          <a:xfrm>
            <a:off x="541800" y="790200"/>
            <a:ext cx="607320" cy="58248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Noto Serif"/>
            </a:endParaRPr>
          </a:p>
        </p:txBody>
      </p:sp>
      <p:sp>
        <p:nvSpPr>
          <p:cNvPr id="254" name="TextBox 24"/>
          <p:cNvSpPr/>
          <p:nvPr/>
        </p:nvSpPr>
        <p:spPr>
          <a:xfrm>
            <a:off x="8893080" y="2886480"/>
            <a:ext cx="607320" cy="58248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Noto Serif"/>
            </a:endParaRPr>
          </a:p>
        </p:txBody>
      </p:sp>
      <p:sp>
        <p:nvSpPr>
          <p:cNvPr id="255"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6"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257" name="PlaceHolder 3"/>
          <p:cNvSpPr>
            <a:spLocks noGrp="1"/>
          </p:cNvSpPr>
          <p:nvPr>
            <p:ph type="ftr" idx="37"/>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8" name="PlaceHolder 4"/>
          <p:cNvSpPr>
            <a:spLocks noGrp="1"/>
          </p:cNvSpPr>
          <p:nvPr>
            <p:ph type="sldNum" idx="38"/>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DDB0919-5A35-4CCB-B4A3-50D6A187A06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59" name="PlaceHolder 5"/>
          <p:cNvSpPr>
            <a:spLocks noGrp="1"/>
          </p:cNvSpPr>
          <p:nvPr>
            <p:ph type="dt" idx="39"/>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2" name="Group 6"/>
          <p:cNvGrpSpPr/>
          <p:nvPr/>
        </p:nvGrpSpPr>
        <p:grpSpPr>
          <a:xfrm>
            <a:off x="0" y="-8640"/>
            <a:ext cx="12190320" cy="6868440"/>
            <a:chOff x="0" y="-8640"/>
            <a:chExt cx="12190320" cy="6868440"/>
          </a:xfrm>
        </p:grpSpPr>
        <p:cxnSp>
          <p:nvCxnSpPr>
            <p:cNvPr id="263" name="Straight Connector 19"/>
            <p:cNvCxnSpPr/>
            <p:nvPr/>
          </p:nvCxnSpPr>
          <p:spPr>
            <a:xfrm>
              <a:off x="9370800" y="0"/>
              <a:ext cx="1221480" cy="6860160"/>
            </a:xfrm>
            <a:prstGeom prst="straightConnector1">
              <a:avLst/>
            </a:prstGeom>
            <a:ln cap="rnd" w="9360">
              <a:solidFill>
                <a:srgbClr val="bfbfbf"/>
              </a:solidFill>
              <a:round/>
            </a:ln>
          </p:spPr>
        </p:cxnSp>
        <p:cxnSp>
          <p:nvCxnSpPr>
            <p:cNvPr id="264"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265"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66"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67"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68"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69"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70"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71"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72"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273"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74"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275" name="PlaceHolder 3"/>
          <p:cNvSpPr>
            <a:spLocks noGrp="1"/>
          </p:cNvSpPr>
          <p:nvPr>
            <p:ph type="ftr" idx="40"/>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76" name="PlaceHolder 4"/>
          <p:cNvSpPr>
            <a:spLocks noGrp="1"/>
          </p:cNvSpPr>
          <p:nvPr>
            <p:ph type="sldNum" idx="41"/>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4E86C89-106D-4D35-A7D5-A5B8DC301D1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7" name="PlaceHolder 5"/>
          <p:cNvSpPr>
            <a:spLocks noGrp="1"/>
          </p:cNvSpPr>
          <p:nvPr>
            <p:ph type="dt" idx="42"/>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0" name="Group 6"/>
          <p:cNvGrpSpPr/>
          <p:nvPr/>
        </p:nvGrpSpPr>
        <p:grpSpPr>
          <a:xfrm>
            <a:off x="0" y="-8640"/>
            <a:ext cx="12190320" cy="6868440"/>
            <a:chOff x="0" y="-8640"/>
            <a:chExt cx="12190320" cy="6868440"/>
          </a:xfrm>
        </p:grpSpPr>
        <p:cxnSp>
          <p:nvCxnSpPr>
            <p:cNvPr id="281" name="Straight Connector 19"/>
            <p:cNvCxnSpPr/>
            <p:nvPr/>
          </p:nvCxnSpPr>
          <p:spPr>
            <a:xfrm>
              <a:off x="9370800" y="0"/>
              <a:ext cx="1221480" cy="6860160"/>
            </a:xfrm>
            <a:prstGeom prst="straightConnector1">
              <a:avLst/>
            </a:prstGeom>
            <a:ln cap="rnd" w="9360">
              <a:solidFill>
                <a:srgbClr val="bfbfbf"/>
              </a:solidFill>
              <a:round/>
            </a:ln>
          </p:spPr>
        </p:cxnSp>
        <p:cxnSp>
          <p:nvCxnSpPr>
            <p:cNvPr id="282"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283"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84"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85"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86"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287"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88"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89"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290"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291"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92" name="PlaceHolder 2"/>
          <p:cNvSpPr>
            <a:spLocks noGrp="1"/>
          </p:cNvSpPr>
          <p:nvPr>
            <p:ph type="body"/>
          </p:nvPr>
        </p:nvSpPr>
        <p:spPr>
          <a:xfrm>
            <a:off x="677160" y="2160720"/>
            <a:ext cx="8594640" cy="3878640"/>
          </a:xfrm>
          <a:prstGeom prst="rect">
            <a:avLst/>
          </a:prstGeom>
          <a:noFill/>
          <a:ln w="0">
            <a:noFill/>
          </a:ln>
        </p:spPr>
        <p:txBody>
          <a:bodyPr lIns="0" rIns="0" tIns="0" bIns="0" anchor="t" vert="eaVert">
            <a:normAutofit fontScale="92500" lnSpcReduction="9999"/>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293" name="PlaceHolder 3"/>
          <p:cNvSpPr>
            <a:spLocks noGrp="1"/>
          </p:cNvSpPr>
          <p:nvPr>
            <p:ph type="ftr" idx="43"/>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94" name="PlaceHolder 4"/>
          <p:cNvSpPr>
            <a:spLocks noGrp="1"/>
          </p:cNvSpPr>
          <p:nvPr>
            <p:ph type="sldNum" idx="44"/>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DE06536-478D-40CB-8608-04B68BC00C3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95" name="PlaceHolder 5"/>
          <p:cNvSpPr>
            <a:spLocks noGrp="1"/>
          </p:cNvSpPr>
          <p:nvPr>
            <p:ph type="dt" idx="45"/>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7"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98" name="Group 6"/>
          <p:cNvGrpSpPr/>
          <p:nvPr/>
        </p:nvGrpSpPr>
        <p:grpSpPr>
          <a:xfrm>
            <a:off x="0" y="-8640"/>
            <a:ext cx="12190320" cy="6868440"/>
            <a:chOff x="0" y="-8640"/>
            <a:chExt cx="12190320" cy="6868440"/>
          </a:xfrm>
        </p:grpSpPr>
        <p:cxnSp>
          <p:nvCxnSpPr>
            <p:cNvPr id="299" name="Straight Connector 19"/>
            <p:cNvCxnSpPr/>
            <p:nvPr/>
          </p:nvCxnSpPr>
          <p:spPr>
            <a:xfrm>
              <a:off x="9370800" y="0"/>
              <a:ext cx="1221480" cy="6860160"/>
            </a:xfrm>
            <a:prstGeom prst="straightConnector1">
              <a:avLst/>
            </a:prstGeom>
            <a:ln cap="rnd" w="9360">
              <a:solidFill>
                <a:srgbClr val="bfbfbf"/>
              </a:solidFill>
              <a:round/>
            </a:ln>
          </p:spPr>
        </p:cxnSp>
        <p:cxnSp>
          <p:nvCxnSpPr>
            <p:cNvPr id="300"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301"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02"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03"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04"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05"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06"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07"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08"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309"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310"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311" name="PlaceHolder 3"/>
          <p:cNvSpPr>
            <a:spLocks noGrp="1"/>
          </p:cNvSpPr>
          <p:nvPr>
            <p:ph type="ftr" idx="46"/>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12" name="PlaceHolder 4"/>
          <p:cNvSpPr>
            <a:spLocks noGrp="1"/>
          </p:cNvSpPr>
          <p:nvPr>
            <p:ph type="sldNum" idx="47"/>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16747B5-D9D5-4B4C-95B3-2E699D6515E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13" name="PlaceHolder 5"/>
          <p:cNvSpPr>
            <a:spLocks noGrp="1"/>
          </p:cNvSpPr>
          <p:nvPr>
            <p:ph type="dt" idx="48"/>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9"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6" name="Group 6"/>
          <p:cNvGrpSpPr/>
          <p:nvPr/>
        </p:nvGrpSpPr>
        <p:grpSpPr>
          <a:xfrm>
            <a:off x="0" y="-8640"/>
            <a:ext cx="12190320" cy="6868440"/>
            <a:chOff x="0" y="-8640"/>
            <a:chExt cx="12190320" cy="6868440"/>
          </a:xfrm>
        </p:grpSpPr>
        <p:cxnSp>
          <p:nvCxnSpPr>
            <p:cNvPr id="317" name="Straight Connector 19"/>
            <p:cNvCxnSpPr/>
            <p:nvPr/>
          </p:nvCxnSpPr>
          <p:spPr>
            <a:xfrm>
              <a:off x="9370800" y="0"/>
              <a:ext cx="1221480" cy="6860160"/>
            </a:xfrm>
            <a:prstGeom prst="straightConnector1">
              <a:avLst/>
            </a:prstGeom>
            <a:ln cap="rnd" w="9360">
              <a:solidFill>
                <a:srgbClr val="bfbfbf"/>
              </a:solidFill>
              <a:round/>
            </a:ln>
          </p:spPr>
        </p:cxnSp>
        <p:cxnSp>
          <p:nvCxnSpPr>
            <p:cNvPr id="318"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319"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20"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21"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22"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23"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24"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25"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26"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327"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328"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329" name="PlaceHolder 3"/>
          <p:cNvSpPr>
            <a:spLocks noGrp="1"/>
          </p:cNvSpPr>
          <p:nvPr>
            <p:ph type="ftr" idx="49"/>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30" name="PlaceHolder 4"/>
          <p:cNvSpPr>
            <a:spLocks noGrp="1"/>
          </p:cNvSpPr>
          <p:nvPr>
            <p:ph type="sldNum" idx="50"/>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45D343C-4B12-433B-B73E-C710043116B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31" name="PlaceHolder 5"/>
          <p:cNvSpPr>
            <a:spLocks noGrp="1"/>
          </p:cNvSpPr>
          <p:nvPr>
            <p:ph type="dt" idx="51"/>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81"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34" name="Group 6"/>
          <p:cNvGrpSpPr/>
          <p:nvPr/>
        </p:nvGrpSpPr>
        <p:grpSpPr>
          <a:xfrm>
            <a:off x="0" y="-8640"/>
            <a:ext cx="12190320" cy="6868440"/>
            <a:chOff x="0" y="-8640"/>
            <a:chExt cx="12190320" cy="6868440"/>
          </a:xfrm>
        </p:grpSpPr>
        <p:cxnSp>
          <p:nvCxnSpPr>
            <p:cNvPr id="335" name="Straight Connector 19"/>
            <p:cNvCxnSpPr/>
            <p:nvPr/>
          </p:nvCxnSpPr>
          <p:spPr>
            <a:xfrm>
              <a:off x="9370800" y="0"/>
              <a:ext cx="1221480" cy="6860160"/>
            </a:xfrm>
            <a:prstGeom prst="straightConnector1">
              <a:avLst/>
            </a:prstGeom>
            <a:ln cap="rnd" w="9360">
              <a:solidFill>
                <a:srgbClr val="bfbfbf"/>
              </a:solidFill>
              <a:round/>
            </a:ln>
          </p:spPr>
        </p:cxnSp>
        <p:cxnSp>
          <p:nvCxnSpPr>
            <p:cNvPr id="336"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337"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38"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39"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40"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41"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42"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43"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44"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345"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346"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347" name="PlaceHolder 3"/>
          <p:cNvSpPr>
            <a:spLocks noGrp="1"/>
          </p:cNvSpPr>
          <p:nvPr>
            <p:ph type="ftr" idx="52"/>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8" name="PlaceHolder 4"/>
          <p:cNvSpPr>
            <a:spLocks noGrp="1"/>
          </p:cNvSpPr>
          <p:nvPr>
            <p:ph type="sldNum" idx="53"/>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1B7285D-E7A0-47CA-993C-B322DE020B6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49" name="PlaceHolder 5"/>
          <p:cNvSpPr>
            <a:spLocks noGrp="1"/>
          </p:cNvSpPr>
          <p:nvPr>
            <p:ph type="dt" idx="54"/>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83"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52" name="Group 6"/>
          <p:cNvGrpSpPr/>
          <p:nvPr/>
        </p:nvGrpSpPr>
        <p:grpSpPr>
          <a:xfrm>
            <a:off x="0" y="-8640"/>
            <a:ext cx="12190320" cy="6868440"/>
            <a:chOff x="0" y="-8640"/>
            <a:chExt cx="12190320" cy="6868440"/>
          </a:xfrm>
        </p:grpSpPr>
        <p:cxnSp>
          <p:nvCxnSpPr>
            <p:cNvPr id="353" name="Straight Connector 19"/>
            <p:cNvCxnSpPr/>
            <p:nvPr/>
          </p:nvCxnSpPr>
          <p:spPr>
            <a:xfrm>
              <a:off x="9370800" y="0"/>
              <a:ext cx="1221480" cy="6860160"/>
            </a:xfrm>
            <a:prstGeom prst="straightConnector1">
              <a:avLst/>
            </a:prstGeom>
            <a:ln cap="rnd" w="9360">
              <a:solidFill>
                <a:srgbClr val="bfbfbf"/>
              </a:solidFill>
              <a:round/>
            </a:ln>
          </p:spPr>
        </p:cxnSp>
        <p:cxnSp>
          <p:nvCxnSpPr>
            <p:cNvPr id="354"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355"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56"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57"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58"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59"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60"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61"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62"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363"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364"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365" name="PlaceHolder 3"/>
          <p:cNvSpPr>
            <a:spLocks noGrp="1"/>
          </p:cNvSpPr>
          <p:nvPr>
            <p:ph type="ftr" idx="55"/>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66" name="PlaceHolder 4"/>
          <p:cNvSpPr>
            <a:spLocks noGrp="1"/>
          </p:cNvSpPr>
          <p:nvPr>
            <p:ph type="sldNum" idx="56"/>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F5394CC-A690-4BF4-9344-8D10430C905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67" name="PlaceHolder 5"/>
          <p:cNvSpPr>
            <a:spLocks noGrp="1"/>
          </p:cNvSpPr>
          <p:nvPr>
            <p:ph type="dt" idx="57"/>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85"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70" name="Group 6"/>
          <p:cNvGrpSpPr/>
          <p:nvPr/>
        </p:nvGrpSpPr>
        <p:grpSpPr>
          <a:xfrm>
            <a:off x="0" y="-8640"/>
            <a:ext cx="12190320" cy="6868440"/>
            <a:chOff x="0" y="-8640"/>
            <a:chExt cx="12190320" cy="6868440"/>
          </a:xfrm>
        </p:grpSpPr>
        <p:cxnSp>
          <p:nvCxnSpPr>
            <p:cNvPr id="371" name="Straight Connector 19"/>
            <p:cNvCxnSpPr/>
            <p:nvPr/>
          </p:nvCxnSpPr>
          <p:spPr>
            <a:xfrm>
              <a:off x="9370800" y="0"/>
              <a:ext cx="1221480" cy="6860160"/>
            </a:xfrm>
            <a:prstGeom prst="straightConnector1">
              <a:avLst/>
            </a:prstGeom>
            <a:ln cap="rnd" w="9360">
              <a:solidFill>
                <a:srgbClr val="bfbfbf"/>
              </a:solidFill>
              <a:round/>
            </a:ln>
          </p:spPr>
        </p:cxnSp>
        <p:cxnSp>
          <p:nvCxnSpPr>
            <p:cNvPr id="372"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373"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74"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75"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76"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77"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78"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79"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80"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381"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382"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383" name="PlaceHolder 3"/>
          <p:cNvSpPr>
            <a:spLocks noGrp="1"/>
          </p:cNvSpPr>
          <p:nvPr>
            <p:ph type="ftr" idx="58"/>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84" name="PlaceHolder 4"/>
          <p:cNvSpPr>
            <a:spLocks noGrp="1"/>
          </p:cNvSpPr>
          <p:nvPr>
            <p:ph type="sldNum" idx="59"/>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432AFC0-FA6F-48A9-BE4A-55321057A51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85" name="PlaceHolder 5"/>
          <p:cNvSpPr>
            <a:spLocks noGrp="1"/>
          </p:cNvSpPr>
          <p:nvPr>
            <p:ph type="dt" idx="60"/>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87" r:id="rId3"/>
    <p:sldLayoutId id="2147483688" r:id="rId4"/>
    <p:sldLayoutId id="2147483689" r:id="rId5"/>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92" name="Group 6"/>
          <p:cNvGrpSpPr/>
          <p:nvPr/>
        </p:nvGrpSpPr>
        <p:grpSpPr>
          <a:xfrm>
            <a:off x="0" y="-8640"/>
            <a:ext cx="12190320" cy="6868440"/>
            <a:chOff x="0" y="-8640"/>
            <a:chExt cx="12190320" cy="6868440"/>
          </a:xfrm>
        </p:grpSpPr>
        <p:cxnSp>
          <p:nvCxnSpPr>
            <p:cNvPr id="393" name="Straight Connector 19"/>
            <p:cNvCxnSpPr/>
            <p:nvPr/>
          </p:nvCxnSpPr>
          <p:spPr>
            <a:xfrm>
              <a:off x="9370800" y="0"/>
              <a:ext cx="1221480" cy="6860160"/>
            </a:xfrm>
            <a:prstGeom prst="straightConnector1">
              <a:avLst/>
            </a:prstGeom>
            <a:ln cap="rnd" w="9360">
              <a:solidFill>
                <a:srgbClr val="bfbfbf"/>
              </a:solidFill>
              <a:round/>
            </a:ln>
          </p:spPr>
        </p:cxnSp>
        <p:cxnSp>
          <p:nvCxnSpPr>
            <p:cNvPr id="394" name="Straight Connector 20"/>
            <p:cNvCxnSpPr/>
            <p:nvPr/>
          </p:nvCxnSpPr>
          <p:spPr>
            <a:xfrm flipH="1">
              <a:off x="7425000" y="3681360"/>
              <a:ext cx="4765680" cy="3178800"/>
            </a:xfrm>
            <a:prstGeom prst="straightConnector1">
              <a:avLst/>
            </a:prstGeom>
            <a:ln cap="rnd" w="9360">
              <a:solidFill>
                <a:srgbClr val="d9d9d9"/>
              </a:solidFill>
              <a:round/>
            </a:ln>
          </p:spPr>
        </p:cxnSp>
        <p:sp>
          <p:nvSpPr>
            <p:cNvPr id="395" name="Rectangle 23"/>
            <p:cNvSpPr/>
            <p:nvPr/>
          </p:nvSpPr>
          <p:spPr>
            <a:xfrm>
              <a:off x="9181440" y="-8640"/>
              <a:ext cx="3005280" cy="6864480"/>
            </a:xfrm>
            <a:custGeom>
              <a:avLst/>
              <a:gdLst>
                <a:gd name="textAreaLeft" fmla="*/ 0 w 3005280"/>
                <a:gd name="textAreaRight" fmla="*/ 3007440 w 3005280"/>
                <a:gd name="textAreaTop" fmla="*/ 0 h 6864480"/>
                <a:gd name="textAreaBottom" fmla="*/ 6866640 h 68644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96" name="Rectangle 25"/>
            <p:cNvSpPr/>
            <p:nvPr/>
          </p:nvSpPr>
          <p:spPr>
            <a:xfrm>
              <a:off x="9603360" y="-8640"/>
              <a:ext cx="2586240" cy="6864480"/>
            </a:xfrm>
            <a:custGeom>
              <a:avLst/>
              <a:gdLst>
                <a:gd name="textAreaLeft" fmla="*/ 0 w 2586240"/>
                <a:gd name="textAreaRight" fmla="*/ 2588400 w 2586240"/>
                <a:gd name="textAreaTop" fmla="*/ 0 h 6864480"/>
                <a:gd name="textAreaBottom" fmla="*/ 6866640 h 68644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397" name="Isosceles Triangle 23"/>
            <p:cNvSpPr/>
            <p:nvPr/>
          </p:nvSpPr>
          <p:spPr>
            <a:xfrm>
              <a:off x="8932320" y="3048120"/>
              <a:ext cx="3257640" cy="380772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98" name="Rectangle 27"/>
            <p:cNvSpPr/>
            <p:nvPr/>
          </p:nvSpPr>
          <p:spPr>
            <a:xfrm>
              <a:off x="9334440" y="-8640"/>
              <a:ext cx="2852280" cy="6864480"/>
            </a:xfrm>
            <a:custGeom>
              <a:avLst/>
              <a:gdLst>
                <a:gd name="textAreaLeft" fmla="*/ 0 w 2852280"/>
                <a:gd name="textAreaRight" fmla="*/ 2854440 w 2852280"/>
                <a:gd name="textAreaTop" fmla="*/ 0 h 6864480"/>
                <a:gd name="textAreaBottom" fmla="*/ 6866640 h 68644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a typeface="DejaVu Sans"/>
              </a:endParaRPr>
            </a:p>
          </p:txBody>
        </p:sp>
        <p:sp>
          <p:nvSpPr>
            <p:cNvPr id="399" name="Rectangle 28"/>
            <p:cNvSpPr/>
            <p:nvPr/>
          </p:nvSpPr>
          <p:spPr>
            <a:xfrm>
              <a:off x="10898640" y="-8640"/>
              <a:ext cx="1288080" cy="6864480"/>
            </a:xfrm>
            <a:custGeom>
              <a:avLst/>
              <a:gdLst>
                <a:gd name="textAreaLeft" fmla="*/ 0 w 1288080"/>
                <a:gd name="textAreaRight" fmla="*/ 1290240 w 1288080"/>
                <a:gd name="textAreaTop" fmla="*/ 0 h 6864480"/>
                <a:gd name="textAreaBottom" fmla="*/ 6866640 h 68644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400" name="Rectangle 29"/>
            <p:cNvSpPr/>
            <p:nvPr/>
          </p:nvSpPr>
          <p:spPr>
            <a:xfrm>
              <a:off x="10938960" y="-8640"/>
              <a:ext cx="1247760" cy="6864480"/>
            </a:xfrm>
            <a:custGeom>
              <a:avLst/>
              <a:gdLst>
                <a:gd name="textAreaLeft" fmla="*/ 0 w 1247760"/>
                <a:gd name="textAreaRight" fmla="*/ 1249920 w 1247760"/>
                <a:gd name="textAreaTop" fmla="*/ 0 h 6864480"/>
                <a:gd name="textAreaBottom" fmla="*/ 6866640 h 68644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401" name="Isosceles Triangle 27"/>
            <p:cNvSpPr/>
            <p:nvPr/>
          </p:nvSpPr>
          <p:spPr>
            <a:xfrm>
              <a:off x="10371600" y="3589920"/>
              <a:ext cx="1815120" cy="326592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sp>
          <p:nvSpPr>
            <p:cNvPr id="402" name="Isosceles Triangle 28"/>
            <p:cNvSpPr/>
            <p:nvPr/>
          </p:nvSpPr>
          <p:spPr>
            <a:xfrm>
              <a:off x="0" y="4013280"/>
              <a:ext cx="446400" cy="284256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a typeface="DejaVu Sans"/>
              </a:endParaRPr>
            </a:p>
          </p:txBody>
        </p:sp>
      </p:grpSp>
      <p:sp>
        <p:nvSpPr>
          <p:cNvPr id="403" name="PlaceHolder 1"/>
          <p:cNvSpPr>
            <a:spLocks noGrp="1"/>
          </p:cNvSpPr>
          <p:nvPr>
            <p:ph type="title"/>
          </p:nvPr>
        </p:nvSpPr>
        <p:spPr>
          <a:xfrm>
            <a:off x="677160" y="1131480"/>
            <a:ext cx="859464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404" name="PlaceHolder 2"/>
          <p:cNvSpPr>
            <a:spLocks noGrp="1"/>
          </p:cNvSpPr>
          <p:nvPr>
            <p:ph type="body"/>
          </p:nvPr>
        </p:nvSpPr>
        <p:spPr>
          <a:xfrm>
            <a:off x="677160" y="2160720"/>
            <a:ext cx="8594640" cy="3878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Noto Serif"/>
              </a:rPr>
              <a:t>Click to edit the outline text format</a:t>
            </a:r>
            <a:endParaRPr lang="en-US" sz="18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Noto Serif"/>
              </a:rPr>
              <a:t>Second Outline Level</a:t>
            </a:r>
            <a:endParaRPr lang="en-US" sz="1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Noto Serif"/>
              </a:rPr>
              <a:t>Third Outline Level</a:t>
            </a:r>
            <a:endParaRPr lang="en-US" sz="18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Noto Serif"/>
              </a:rPr>
              <a:t>Fourth Outline Level</a:t>
            </a:r>
            <a:endParaRPr lang="en-US" sz="18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Fifth Outline Level</a:t>
            </a:r>
            <a:endParaRPr lang="en-US" sz="18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Sixth Outline Level</a:t>
            </a:r>
            <a:endParaRPr lang="en-US" sz="18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Noto Serif"/>
              </a:rPr>
              <a:t>Seventh Outline Level</a:t>
            </a:r>
            <a:endParaRPr lang="en-US" sz="1800" b="0" u="none" strike="noStrike">
              <a:solidFill>
                <a:srgbClr val="000000"/>
              </a:solidFill>
              <a:effectLst/>
              <a:uFillTx/>
              <a:latin typeface="Noto Serif"/>
            </a:endParaRPr>
          </a:p>
        </p:txBody>
      </p:sp>
      <p:sp>
        <p:nvSpPr>
          <p:cNvPr id="405" name="PlaceHolder 3"/>
          <p:cNvSpPr>
            <a:spLocks noGrp="1"/>
          </p:cNvSpPr>
          <p:nvPr>
            <p:ph type="ftr" idx="61"/>
          </p:nvPr>
        </p:nvSpPr>
        <p:spPr>
          <a:xfrm>
            <a:off x="677160" y="6041520"/>
            <a:ext cx="6295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06" name="PlaceHolder 4"/>
          <p:cNvSpPr>
            <a:spLocks noGrp="1"/>
          </p:cNvSpPr>
          <p:nvPr>
            <p:ph type="sldNum" idx="62"/>
          </p:nvPr>
        </p:nvSpPr>
        <p:spPr>
          <a:xfrm>
            <a:off x="8590680" y="6041520"/>
            <a:ext cx="68112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202F6DAA-B719-43DF-857E-B231EC07863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407" name="PlaceHolder 5"/>
          <p:cNvSpPr>
            <a:spLocks noGrp="1"/>
          </p:cNvSpPr>
          <p:nvPr>
            <p:ph type="dt" idx="63"/>
          </p:nvPr>
        </p:nvSpPr>
        <p:spPr>
          <a:xfrm>
            <a:off x="7205040" y="6041520"/>
            <a:ext cx="909720" cy="36288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91"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title"/>
          </p:nvPr>
        </p:nvSpPr>
        <p:spPr>
          <a:xfrm>
            <a:off x="1371600" y="301680"/>
            <a:ext cx="7692480" cy="1068120"/>
          </a:xfrm>
          <a:prstGeom prst="rect">
            <a:avLst/>
          </a:prstGeom>
          <a:noFill/>
          <a:ln w="0">
            <a:noFill/>
          </a:ln>
        </p:spPr>
        <p:txBody>
          <a:bodyPr lIns="91440" rIns="91440" tIns="45720" bIns="45720" anchor="b">
            <a:normAutofit fontScale="77500" lnSpcReduction="19999"/>
          </a:bodyPr>
          <a:p>
            <a:pPr indent="0" algn="ctr" defTabSz="457200">
              <a:lnSpc>
                <a:spcPct val="100000"/>
              </a:lnSpc>
              <a:buNone/>
              <a:tabLst>
                <a:tab algn="l" pos="0"/>
              </a:tabLst>
            </a:pPr>
            <a:r>
              <a:rPr lang="en-IN" sz="3200" b="1" u="none" strike="noStrike">
                <a:solidFill>
                  <a:schemeClr val="dk1">
                    <a:lumMod val="85000"/>
                    <a:lumOff val="15000"/>
                  </a:schemeClr>
                </a:solidFill>
                <a:effectLst/>
                <a:uFillTx/>
                <a:latin typeface="Trebuchet MS"/>
              </a:rPr>
              <a:t> A Cloud-Based Data Leakage Prevention System Using Rule-Based Content Inspection</a:t>
            </a:r>
            <a:endParaRPr lang="en-US" sz="3200" b="0" u="none" strike="noStrike">
              <a:solidFill>
                <a:srgbClr val="000000"/>
              </a:solidFill>
              <a:effectLst/>
              <a:uFillTx/>
              <a:latin typeface="Noto Serif"/>
            </a:endParaRPr>
          </a:p>
        </p:txBody>
      </p:sp>
      <p:sp>
        <p:nvSpPr>
          <p:cNvPr id="417" name="PlaceHolder 2"/>
          <p:cNvSpPr>
            <a:spLocks noGrp="1"/>
          </p:cNvSpPr>
          <p:nvPr>
            <p:ph type="subTitle"/>
          </p:nvPr>
        </p:nvSpPr>
        <p:spPr>
          <a:xfrm>
            <a:off x="2081880" y="2558520"/>
            <a:ext cx="8499960" cy="2828520"/>
          </a:xfrm>
          <a:prstGeom prst="rect">
            <a:avLst/>
          </a:prstGeom>
          <a:noFill/>
          <a:ln w="0">
            <a:noFill/>
          </a:ln>
        </p:spPr>
        <p:txBody>
          <a:bodyPr lIns="91440" rIns="91440" tIns="45720" bIns="45720" anchor="t">
            <a:normAutofit fontScale="85000" lnSpcReduction="19999"/>
          </a:bodyPr>
          <a:p>
            <a:pPr indent="0" defTabSz="457200">
              <a:lnSpc>
                <a:spcPct val="100000"/>
              </a:lnSpc>
              <a:spcBef>
                <a:spcPts val="1191"/>
              </a:spcBef>
              <a:spcAft>
                <a:spcPts val="992"/>
              </a:spcAft>
              <a:buNone/>
              <a:tabLst>
                <a:tab algn="l" pos="0"/>
              </a:tabLst>
            </a:pPr>
            <a:r>
              <a:rPr lang="en-US" sz="1800" b="0" u="none" strike="noStrike">
                <a:solidFill>
                  <a:schemeClr val="dk1"/>
                </a:solidFill>
                <a:effectLst/>
                <a:uFillTx/>
                <a:latin typeface="Trebuchet MS"/>
              </a:rPr>
              <a:t> TEAM MEMBERS : </a:t>
            </a:r>
            <a:endParaRPr lang="en-US" sz="1800" b="0" u="none" strike="noStrike">
              <a:solidFill>
                <a:srgbClr val="000000"/>
              </a:solidFill>
              <a:effectLst/>
              <a:uFillTx/>
              <a:latin typeface="Noto Serif"/>
            </a:endParaRPr>
          </a:p>
          <a:p>
            <a:pPr indent="0" defTabSz="457200">
              <a:lnSpc>
                <a:spcPct val="100000"/>
              </a:lnSpc>
              <a:spcBef>
                <a:spcPts val="1191"/>
              </a:spcBef>
              <a:spcAft>
                <a:spcPts val="992"/>
              </a:spcAft>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SABARIRAJA. S     ( 620822205090 ) </a:t>
            </a:r>
            <a:endParaRPr lang="en-US" sz="1800" b="0" u="none" strike="noStrike">
              <a:solidFill>
                <a:srgbClr val="000000"/>
              </a:solidFill>
              <a:effectLst/>
              <a:uFillTx/>
              <a:latin typeface="Noto Serif"/>
            </a:endParaRPr>
          </a:p>
          <a:p>
            <a:pPr indent="0" defTabSz="457200">
              <a:lnSpc>
                <a:spcPct val="100000"/>
              </a:lnSpc>
              <a:spcBef>
                <a:spcPts val="1191"/>
              </a:spcBef>
              <a:spcAft>
                <a:spcPts val="992"/>
              </a:spcAft>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RANJITH. P            ( 620822205084 ) </a:t>
            </a:r>
            <a:endParaRPr lang="en-US" sz="1800" b="0" u="none" strike="noStrike">
              <a:solidFill>
                <a:srgbClr val="000000"/>
              </a:solidFill>
              <a:effectLst/>
              <a:uFillTx/>
              <a:latin typeface="Noto Serif"/>
            </a:endParaRPr>
          </a:p>
          <a:p>
            <a:pPr indent="0" defTabSz="457200">
              <a:lnSpc>
                <a:spcPct val="100000"/>
              </a:lnSpc>
              <a:spcBef>
                <a:spcPts val="1191"/>
              </a:spcBef>
              <a:spcAft>
                <a:spcPts val="992"/>
              </a:spcAft>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SHANTHOSH. M   ( 620822205098 )</a:t>
            </a:r>
            <a:endParaRPr lang="en-US" sz="1800" b="0" u="none" strike="noStrike">
              <a:solidFill>
                <a:srgbClr val="000000"/>
              </a:solidFill>
              <a:effectLst/>
              <a:uFillTx/>
              <a:latin typeface="Noto Serif"/>
            </a:endParaRPr>
          </a:p>
          <a:p>
            <a:pPr indent="0" defTabSz="457200">
              <a:lnSpc>
                <a:spcPct val="100000"/>
              </a:lnSpc>
              <a:spcBef>
                <a:spcPts val="1191"/>
              </a:spcBef>
              <a:spcAft>
                <a:spcPts val="992"/>
              </a:spcAft>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ROHITH. V             ( 620822205088 )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JAYANTHI. R,AP/IT</a:t>
            </a:r>
            <a:endParaRPr lang="en-US" sz="20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0" y="0"/>
            <a:ext cx="8594640" cy="685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Abstract</a:t>
            </a:r>
            <a:endParaRPr lang="en-US" sz="2800" b="0" u="none" strike="noStrike">
              <a:solidFill>
                <a:srgbClr val="000000"/>
              </a:solidFill>
              <a:effectLst/>
              <a:uFillTx/>
              <a:latin typeface="Noto Serif"/>
            </a:endParaRPr>
          </a:p>
        </p:txBody>
      </p:sp>
      <p:sp>
        <p:nvSpPr>
          <p:cNvPr id="419" name="PlaceHolder 4"/>
          <p:cNvSpPr/>
          <p:nvPr/>
        </p:nvSpPr>
        <p:spPr>
          <a:xfrm>
            <a:off x="573480" y="687600"/>
            <a:ext cx="9037800" cy="571032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 computing has become a primary platform for data storage and file sharing, increasing the risk of sensitive data leakage. Data leakage may occur due to user negligence, misconfiguration, or malicious intent, often before users realize the exposure. This project proposes a cloud-integrated Data Leakage Prevention (DLP) system that inspects data content before it is uploaded to the cloud.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uses rule-based content inspection to identify sensitive information such as email addresses, passwords, and predefined confidential patterns. If sensitive content is detected, the upload is blocked and the event is logged. Cryptographic hashing is integrated to ensure file integrity and detect unauthorized modifications. All inspection and decision-making processes occur within the user environment, preserving data privacy and preventing raw data exposure to the cloud provider.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system is lightweight, deterministic, and suitable for real-time cloud usage, offering an effective and privacy-aware solution for preventing accidental and intentional data leakage.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title"/>
          </p:nvPr>
        </p:nvSpPr>
        <p:spPr>
          <a:xfrm>
            <a:off x="1800" y="0"/>
            <a:ext cx="8594640" cy="631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Introduction</a:t>
            </a:r>
            <a:endParaRPr lang="en-US" sz="2800" b="0" u="none" strike="noStrike">
              <a:solidFill>
                <a:srgbClr val="000000"/>
              </a:solidFill>
              <a:effectLst/>
              <a:uFillTx/>
              <a:latin typeface="Noto Serif"/>
            </a:endParaRPr>
          </a:p>
        </p:txBody>
      </p:sp>
      <p:sp>
        <p:nvSpPr>
          <p:cNvPr id="421" name="PlaceHolder 2"/>
          <p:cNvSpPr>
            <a:spLocks noGrp="1"/>
          </p:cNvSpPr>
          <p:nvPr>
            <p:ph/>
          </p:nvPr>
        </p:nvSpPr>
        <p:spPr>
          <a:xfrm>
            <a:off x="334440" y="915120"/>
            <a:ext cx="9037800" cy="39816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Cloud storage is widely used for personal and organizational data</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Sensitive data is often uploaded without awareness of security risks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Traditional cloud security mechanisms focus on server-side controls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Server-side inspection compromises privacy and requires trust in cloud providers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Leakage Prevention (DLP) aims to stop unauthorized data exposure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There is a need for user-side, privacy-preserving DLP solutions</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title"/>
          </p:nvPr>
        </p:nvSpPr>
        <p:spPr>
          <a:xfrm>
            <a:off x="1800" y="0"/>
            <a:ext cx="8594640" cy="631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PROBLEM STATEMENT:</a:t>
            </a:r>
            <a:endParaRPr lang="en-US" sz="2800" b="0" u="none" strike="noStrike">
              <a:solidFill>
                <a:srgbClr val="000000"/>
              </a:solidFill>
              <a:effectLst/>
              <a:uFillTx/>
              <a:latin typeface="Noto Serif"/>
            </a:endParaRPr>
          </a:p>
        </p:txBody>
      </p:sp>
      <p:sp>
        <p:nvSpPr>
          <p:cNvPr id="423" name="PlaceHolder 2"/>
          <p:cNvSpPr>
            <a:spLocks noGrp="1"/>
          </p:cNvSpPr>
          <p:nvPr>
            <p:ph/>
          </p:nvPr>
        </p:nvSpPr>
        <p:spPr>
          <a:xfrm>
            <a:off x="375840" y="925560"/>
            <a:ext cx="9037800" cy="39816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Users unknowingly upload sensitive information to cloud platforms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Cloud providers cannot always detect confidential data correctly</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Existing DLP solutions rely on centralized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Centralized systems introduce privacy risks and single points of failure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No simple mechanism exists to verify file integrity after upload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A secure, lightweight, user-side DLP system is required</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title"/>
          </p:nvPr>
        </p:nvSpPr>
        <p:spPr>
          <a:xfrm>
            <a:off x="1800" y="0"/>
            <a:ext cx="8594640" cy="631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OBJECTIVES:</a:t>
            </a:r>
            <a:endParaRPr lang="en-US" sz="2800" b="0" u="none" strike="noStrike">
              <a:solidFill>
                <a:srgbClr val="000000"/>
              </a:solidFill>
              <a:effectLst/>
              <a:uFillTx/>
              <a:latin typeface="Noto Serif"/>
            </a:endParaRPr>
          </a:p>
        </p:txBody>
      </p:sp>
      <p:sp>
        <p:nvSpPr>
          <p:cNvPr id="425" name="PlaceHolder 2"/>
          <p:cNvSpPr>
            <a:spLocks noGrp="1"/>
          </p:cNvSpPr>
          <p:nvPr>
            <p:ph/>
          </p:nvPr>
        </p:nvSpPr>
        <p:spPr>
          <a:xfrm>
            <a:off x="334440" y="915120"/>
            <a:ext cx="9037800" cy="39816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design a user-side Data Leakage Prevention system</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detect sensitive data before cloud upload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prevent accidental and malicious data leakage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preserve user privacy during content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verify file integrity using cryptographic hashing</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maintain low computational overhead for real-time use</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p:nvPr>
        </p:nvSpPr>
        <p:spPr>
          <a:xfrm>
            <a:off x="1800" y="0"/>
            <a:ext cx="8594640" cy="631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EXISTING SYSTEM:</a:t>
            </a:r>
            <a:endParaRPr lang="en-US" sz="2800" b="0" u="none" strike="noStrike">
              <a:solidFill>
                <a:srgbClr val="000000"/>
              </a:solidFill>
              <a:effectLst/>
              <a:uFillTx/>
              <a:latin typeface="Noto Serif"/>
            </a:endParaRPr>
          </a:p>
        </p:txBody>
      </p:sp>
      <p:sp>
        <p:nvSpPr>
          <p:cNvPr id="427" name="PlaceHolder 2"/>
          <p:cNvSpPr>
            <a:spLocks noGrp="1"/>
          </p:cNvSpPr>
          <p:nvPr>
            <p:ph/>
          </p:nvPr>
        </p:nvSpPr>
        <p:spPr>
          <a:xfrm>
            <a:off x="458640" y="635400"/>
            <a:ext cx="9037800" cy="272916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is uploaded directly to the cloud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Security controls are applied mostly on the server side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Cloud providers perform centralized content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Users have limited visibility and control</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Integrity checks are often absent or optional</a:t>
            </a:r>
            <a:endParaRPr lang="en-US" sz="2000" b="0" u="none" strike="noStrike">
              <a:solidFill>
                <a:srgbClr val="000000"/>
              </a:solidFill>
              <a:effectLst/>
              <a:uFillTx/>
              <a:latin typeface="Noto Serif"/>
            </a:endParaRPr>
          </a:p>
        </p:txBody>
      </p:sp>
      <p:sp>
        <p:nvSpPr>
          <p:cNvPr id="428" name="PlaceHolder 11"/>
          <p:cNvSpPr/>
          <p:nvPr/>
        </p:nvSpPr>
        <p:spPr>
          <a:xfrm>
            <a:off x="74880" y="3572280"/>
            <a:ext cx="8594640" cy="631440"/>
          </a:xfrm>
          <a:prstGeom prst="rect">
            <a:avLst/>
          </a:prstGeom>
          <a:noFill/>
          <a:ln w="0">
            <a:noFill/>
          </a:ln>
        </p:spPr>
        <p:style>
          <a:lnRef idx="0"/>
          <a:fillRef idx="0"/>
          <a:effectRef idx="0"/>
          <a:fontRef idx="minor"/>
        </p:style>
        <p:txBody>
          <a:bodyPr lIns="90000" rIns="90000" tIns="45000" bIns="45000" anchor="t">
            <a:noAutofit/>
          </a:bodyPr>
          <a:p>
            <a:pPr defTabSz="457200">
              <a:lnSpc>
                <a:spcPct val="100000"/>
              </a:lnSpc>
              <a:tabLst>
                <a:tab algn="l" pos="0"/>
              </a:tabLst>
            </a:pPr>
            <a:r>
              <a:rPr lang="en-US" sz="2800" b="1" u="none" strike="noStrike">
                <a:solidFill>
                  <a:schemeClr val="dk1"/>
                </a:solidFill>
                <a:effectLst/>
                <a:uFillTx/>
                <a:latin typeface="Trebuchet MS"/>
              </a:rPr>
              <a:t> DISADVANTAGES:</a:t>
            </a:r>
            <a:endParaRPr lang="en-US" sz="2800" b="0" u="none" strike="noStrike">
              <a:solidFill>
                <a:srgbClr val="000000"/>
              </a:solidFill>
              <a:effectLst/>
              <a:uFillTx/>
              <a:latin typeface="Noto Serif"/>
            </a:endParaRPr>
          </a:p>
        </p:txBody>
      </p:sp>
      <p:sp>
        <p:nvSpPr>
          <p:cNvPr id="429" name="Content Placeholder 1"/>
          <p:cNvSpPr/>
          <p:nvPr/>
        </p:nvSpPr>
        <p:spPr>
          <a:xfrm>
            <a:off x="413280" y="3551400"/>
            <a:ext cx="8080200" cy="2856960"/>
          </a:xfrm>
          <a:prstGeom prst="rect">
            <a:avLst/>
          </a:prstGeom>
          <a:noFill/>
          <a:ln w="0">
            <a:noFill/>
          </a:ln>
        </p:spPr>
        <p:style>
          <a:lnRef idx="0"/>
          <a:fillRef idx="0"/>
          <a:effectRef idx="0"/>
          <a:fontRef idx="minor"/>
        </p:style>
        <p:txBody>
          <a:bodyPr lIns="90000" rIns="90000" tIns="45000" bIns="45000" anchor="t">
            <a:noAutofit/>
          </a:bodyPr>
          <a:p>
            <a:pPr defTabSz="457200">
              <a:lnSpc>
                <a:spcPct val="100000"/>
              </a:lnSpc>
              <a:spcBef>
                <a:spcPts val="1191"/>
              </a:spcBef>
              <a:spcAft>
                <a:spcPts val="992"/>
              </a:spcAft>
            </a:pP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Privacy loss due to server-side data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Dependency on cloud service providers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Single point of failure in centralized systems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Delayed detection of sensitive data leakage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No reliable mechanism to detect file tampering</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title"/>
          </p:nvPr>
        </p:nvSpPr>
        <p:spPr>
          <a:xfrm>
            <a:off x="1800" y="0"/>
            <a:ext cx="8594640" cy="631440"/>
          </a:xfrm>
          <a:prstGeom prst="rect">
            <a:avLst/>
          </a:prstGeom>
          <a:noFill/>
          <a:ln w="0">
            <a:noFill/>
          </a:ln>
        </p:spPr>
        <p:txBody>
          <a:bodyPr lIns="91440" rIns="91440" tIns="45720" bIns="45720" anchor="t">
            <a:noAutofit/>
          </a:bodyPr>
          <a:p>
            <a:pPr indent="0" defTabSz="457200">
              <a:lnSpc>
                <a:spcPct val="100000"/>
              </a:lnSpc>
              <a:spcBef>
                <a:spcPts val="1191"/>
              </a:spcBef>
              <a:spcAft>
                <a:spcPts val="992"/>
              </a:spcAft>
              <a:buNone/>
              <a:tabLst>
                <a:tab algn="l" pos="0"/>
              </a:tabLst>
            </a:pPr>
            <a:r>
              <a:rPr lang="en-US" sz="2800" b="1" u="none" strike="noStrike">
                <a:solidFill>
                  <a:schemeClr val="dk1"/>
                </a:solidFill>
                <a:effectLst/>
                <a:uFillTx/>
                <a:latin typeface="Trebuchet MS"/>
              </a:rPr>
              <a:t>PROPOSED SYSTEM :</a:t>
            </a:r>
            <a:endParaRPr lang="en-US" sz="2800" b="0" u="none" strike="noStrike">
              <a:solidFill>
                <a:srgbClr val="000000"/>
              </a:solidFill>
              <a:effectLst/>
              <a:uFillTx/>
              <a:latin typeface="Noto Serif"/>
            </a:endParaRPr>
          </a:p>
        </p:txBody>
      </p:sp>
      <p:sp>
        <p:nvSpPr>
          <p:cNvPr id="431" name="PlaceHolder 2"/>
          <p:cNvSpPr>
            <a:spLocks noGrp="1"/>
          </p:cNvSpPr>
          <p:nvPr>
            <p:ph/>
          </p:nvPr>
        </p:nvSpPr>
        <p:spPr>
          <a:xfrm>
            <a:off x="458640" y="635400"/>
            <a:ext cx="9037800" cy="272916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inspection performed on the user device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Rule-based content scanning for sensitive patterns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Upload blocked if sensitive data is detected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Cryptographic hash generated for each file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Hash used to verify file integrity and detect modifications</a:t>
            </a:r>
            <a:endParaRPr lang="en-US" sz="2000" b="0" u="none" strike="noStrike">
              <a:solidFill>
                <a:srgbClr val="000000"/>
              </a:solidFill>
              <a:effectLst/>
              <a:uFillTx/>
              <a:latin typeface="Noto Serif"/>
            </a:endParaRPr>
          </a:p>
        </p:txBody>
      </p:sp>
      <p:sp>
        <p:nvSpPr>
          <p:cNvPr id="432" name="PlaceHolder 14"/>
          <p:cNvSpPr/>
          <p:nvPr/>
        </p:nvSpPr>
        <p:spPr>
          <a:xfrm>
            <a:off x="74880" y="3572280"/>
            <a:ext cx="8594640" cy="631440"/>
          </a:xfrm>
          <a:prstGeom prst="rect">
            <a:avLst/>
          </a:prstGeom>
          <a:noFill/>
          <a:ln w="0">
            <a:noFill/>
          </a:ln>
        </p:spPr>
        <p:style>
          <a:lnRef idx="0"/>
          <a:fillRef idx="0"/>
          <a:effectRef idx="0"/>
          <a:fontRef idx="minor"/>
        </p:style>
        <p:txBody>
          <a:bodyPr lIns="90000" rIns="90000" tIns="45000" bIns="45000" anchor="t">
            <a:noAutofit/>
          </a:bodyPr>
          <a:p>
            <a:pPr defTabSz="457200">
              <a:lnSpc>
                <a:spcPct val="100000"/>
              </a:lnSpc>
              <a:tabLst>
                <a:tab algn="l" pos="0"/>
              </a:tabLst>
            </a:pPr>
            <a:r>
              <a:rPr lang="en-US" sz="2800" b="1" u="none" strike="noStrike">
                <a:solidFill>
                  <a:schemeClr val="dk1"/>
                </a:solidFill>
                <a:effectLst/>
                <a:uFillTx/>
                <a:latin typeface="Trebuchet MS"/>
              </a:rPr>
              <a:t>ADVANTAGES:</a:t>
            </a:r>
            <a:endParaRPr lang="en-US" sz="2800" b="0" u="none" strike="noStrike">
              <a:solidFill>
                <a:srgbClr val="000000"/>
              </a:solidFill>
              <a:effectLst/>
              <a:uFillTx/>
              <a:latin typeface="Noto Serif"/>
            </a:endParaRPr>
          </a:p>
        </p:txBody>
      </p:sp>
      <p:sp>
        <p:nvSpPr>
          <p:cNvPr id="433" name="Content Placeholder 2"/>
          <p:cNvSpPr/>
          <p:nvPr/>
        </p:nvSpPr>
        <p:spPr>
          <a:xfrm>
            <a:off x="475200" y="3562200"/>
            <a:ext cx="8080200" cy="2856960"/>
          </a:xfrm>
          <a:prstGeom prst="rect">
            <a:avLst/>
          </a:prstGeom>
          <a:noFill/>
          <a:ln w="0">
            <a:noFill/>
          </a:ln>
        </p:spPr>
        <p:style>
          <a:lnRef idx="0"/>
          <a:fillRef idx="0"/>
          <a:effectRef idx="0"/>
          <a:fontRef idx="minor"/>
        </p:style>
        <p:txBody>
          <a:bodyPr lIns="90000" rIns="90000" tIns="45000" bIns="45000" anchor="t">
            <a:noAutofit/>
          </a:bodyPr>
          <a:p>
            <a:pPr defTabSz="457200">
              <a:lnSpc>
                <a:spcPct val="100000"/>
              </a:lnSpc>
              <a:spcBef>
                <a:spcPts val="1191"/>
              </a:spcBef>
              <a:spcAft>
                <a:spcPts val="992"/>
              </a:spcAft>
            </a:pP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Prevents sensitive data leakage at the source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Deterministic and transparent behavior</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Lightweight and suitable for real-time operation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No dependence on third-party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Improves trust and security in cloud usage</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133200" y="228600"/>
            <a:ext cx="10152360" cy="6843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435" name=""/>
          <p:cNvSpPr/>
          <p:nvPr/>
        </p:nvSpPr>
        <p:spPr>
          <a:xfrm>
            <a:off x="1295280" y="1028880"/>
            <a:ext cx="3198960" cy="68436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a typeface="DejaVu Sans"/>
            </a:endParaRPr>
          </a:p>
        </p:txBody>
      </p:sp>
      <p:sp>
        <p:nvSpPr>
          <p:cNvPr id="436" name=""/>
          <p:cNvSpPr/>
          <p:nvPr/>
        </p:nvSpPr>
        <p:spPr>
          <a:xfrm>
            <a:off x="1295280" y="1029240"/>
            <a:ext cx="3198960" cy="68436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ea typeface="DejaVu Sans"/>
              </a:rPr>
              <a:t>User ( Client / Application)</a:t>
            </a:r>
            <a:endParaRPr lang="en-US" sz="1800" b="0" u="none" strike="noStrike">
              <a:solidFill>
                <a:srgbClr val="000000"/>
              </a:solidFill>
              <a:effectLst/>
              <a:uFillTx/>
              <a:latin typeface="Noto Serif"/>
            </a:endParaRPr>
          </a:p>
        </p:txBody>
      </p:sp>
      <p:sp>
        <p:nvSpPr>
          <p:cNvPr id="437" name=""/>
          <p:cNvSpPr/>
          <p:nvPr/>
        </p:nvSpPr>
        <p:spPr>
          <a:xfrm>
            <a:off x="1295280" y="4915080"/>
            <a:ext cx="3198960" cy="684360"/>
          </a:xfrm>
          <a:prstGeom prst="roundRect">
            <a:avLst>
              <a:gd name="adj" fmla="val 16667"/>
            </a:avLst>
          </a:prstGeom>
          <a:solidFill>
            <a:srgbClr val="c921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ffffff"/>
                </a:solidFill>
                <a:effectLst/>
                <a:uFillTx/>
                <a:latin typeface="Noto Serif"/>
                <a:ea typeface="DejaVu Sans"/>
              </a:rPr>
              <a:t>Upload Block</a:t>
            </a:r>
            <a:endParaRPr lang="en-US" sz="1800" b="0" u="none" strike="noStrike">
              <a:solidFill>
                <a:srgbClr val="ffffff"/>
              </a:solidFill>
              <a:effectLst/>
              <a:uFillTx/>
              <a:latin typeface="Noto Serif"/>
            </a:endParaRPr>
          </a:p>
        </p:txBody>
      </p:sp>
      <p:sp>
        <p:nvSpPr>
          <p:cNvPr id="438" name=""/>
          <p:cNvSpPr/>
          <p:nvPr/>
        </p:nvSpPr>
        <p:spPr>
          <a:xfrm>
            <a:off x="4952880" y="3314880"/>
            <a:ext cx="3198960" cy="68436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ea typeface="DejaVu Sans"/>
              </a:rPr>
              <a:t>Security Policies</a:t>
            </a:r>
            <a:endParaRPr lang="en-US" sz="1800" b="0" u="none" strike="noStrike">
              <a:solidFill>
                <a:srgbClr val="000000"/>
              </a:solidFill>
              <a:effectLst/>
              <a:uFillTx/>
              <a:latin typeface="Noto Serif"/>
            </a:endParaRPr>
          </a:p>
        </p:txBody>
      </p:sp>
      <p:sp>
        <p:nvSpPr>
          <p:cNvPr id="439" name=""/>
          <p:cNvSpPr/>
          <p:nvPr/>
        </p:nvSpPr>
        <p:spPr>
          <a:xfrm>
            <a:off x="4952880" y="5600880"/>
            <a:ext cx="3198960" cy="68436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ea typeface="DejaVu Sans"/>
              </a:rPr>
              <a:t>Cloud Storage</a:t>
            </a:r>
            <a:endParaRPr lang="en-US" sz="1800" b="0" u="none" strike="noStrike">
              <a:solidFill>
                <a:srgbClr val="000000"/>
              </a:solidFill>
              <a:effectLst/>
              <a:uFillTx/>
              <a:latin typeface="Noto Serif"/>
            </a:endParaRPr>
          </a:p>
        </p:txBody>
      </p:sp>
      <p:sp>
        <p:nvSpPr>
          <p:cNvPr id="440" name=""/>
          <p:cNvSpPr/>
          <p:nvPr/>
        </p:nvSpPr>
        <p:spPr>
          <a:xfrm>
            <a:off x="1295280" y="6058080"/>
            <a:ext cx="3198960" cy="684360"/>
          </a:xfrm>
          <a:prstGeom prst="roundRect">
            <a:avLst>
              <a:gd name="adj" fmla="val 16667"/>
            </a:avLst>
          </a:prstGeom>
          <a:solidFill>
            <a:srgbClr val="666666"/>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ffffff"/>
                </a:solidFill>
                <a:effectLst/>
                <a:uFillTx/>
                <a:latin typeface="Noto Serif"/>
                <a:ea typeface="DejaVu Sans"/>
              </a:rPr>
              <a:t>Log Violation</a:t>
            </a:r>
            <a:endParaRPr lang="en-US" sz="1800" b="0" u="none" strike="noStrike">
              <a:solidFill>
                <a:srgbClr val="ffffff"/>
              </a:solidFill>
              <a:effectLst/>
              <a:uFillTx/>
              <a:latin typeface="Noto Serif"/>
            </a:endParaRPr>
          </a:p>
        </p:txBody>
      </p:sp>
      <p:sp>
        <p:nvSpPr>
          <p:cNvPr id="441" name=""/>
          <p:cNvSpPr/>
          <p:nvPr/>
        </p:nvSpPr>
        <p:spPr>
          <a:xfrm>
            <a:off x="1295280" y="1943280"/>
            <a:ext cx="3198960" cy="684360"/>
          </a:xfrm>
          <a:prstGeom prst="roundRect">
            <a:avLst>
              <a:gd name="adj" fmla="val 16667"/>
            </a:avLst>
          </a:prstGeom>
          <a:solidFill>
            <a:srgbClr val="ff80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ea typeface="DejaVu Sans"/>
              </a:rPr>
              <a:t>DLP Inspection Engine</a:t>
            </a:r>
            <a:endParaRPr lang="en-US" sz="1800" b="0" u="none" strike="noStrike">
              <a:solidFill>
                <a:srgbClr val="000000"/>
              </a:solidFill>
              <a:effectLst/>
              <a:uFillTx/>
              <a:latin typeface="Noto Serif"/>
            </a:endParaRPr>
          </a:p>
        </p:txBody>
      </p:sp>
      <p:sp>
        <p:nvSpPr>
          <p:cNvPr id="442" name=""/>
          <p:cNvSpPr/>
          <p:nvPr/>
        </p:nvSpPr>
        <p:spPr>
          <a:xfrm>
            <a:off x="1523880" y="3086280"/>
            <a:ext cx="2741760" cy="1370160"/>
          </a:xfrm>
          <a:prstGeom prst="diamond">
            <a:avLst/>
          </a:prstGeom>
          <a:solidFill>
            <a:srgbClr val="ffff38"/>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ea typeface="DejaVu Sans"/>
              </a:rPr>
              <a:t>Is it Sensitive data ?</a:t>
            </a:r>
            <a:endParaRPr lang="en-US" sz="1800" b="0" u="none" strike="noStrike">
              <a:solidFill>
                <a:srgbClr val="000000"/>
              </a:solidFill>
              <a:effectLst/>
              <a:uFillTx/>
              <a:latin typeface="Noto Serif"/>
            </a:endParaRPr>
          </a:p>
        </p:txBody>
      </p:sp>
      <p:sp>
        <p:nvSpPr>
          <p:cNvPr id="443" name=""/>
          <p:cNvSpPr/>
          <p:nvPr/>
        </p:nvSpPr>
        <p:spPr>
          <a:xfrm>
            <a:off x="4952880" y="4457880"/>
            <a:ext cx="3198960" cy="68436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ffffff"/>
                </a:solidFill>
                <a:effectLst/>
                <a:uFillTx/>
                <a:latin typeface="Noto Serif"/>
                <a:ea typeface="DejaVu Sans"/>
              </a:rPr>
              <a:t>Logging and Monitoring</a:t>
            </a:r>
            <a:endParaRPr lang="en-US" sz="1800" b="0" u="none" strike="noStrike">
              <a:solidFill>
                <a:srgbClr val="ffffff"/>
              </a:solidFill>
              <a:effectLst/>
              <a:uFillTx/>
              <a:latin typeface="Noto Serif"/>
            </a:endParaRPr>
          </a:p>
        </p:txBody>
      </p:sp>
      <p:sp>
        <p:nvSpPr>
          <p:cNvPr id="444" name=""/>
          <p:cNvSpPr/>
          <p:nvPr/>
        </p:nvSpPr>
        <p:spPr>
          <a:xfrm flipV="1">
            <a:off x="2895480" y="1714680"/>
            <a:ext cx="360" cy="2286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a typeface="DejaVu Sans"/>
            </a:endParaRPr>
          </a:p>
        </p:txBody>
      </p:sp>
      <p:sp>
        <p:nvSpPr>
          <p:cNvPr id="445" name=""/>
          <p:cNvSpPr/>
          <p:nvPr/>
        </p:nvSpPr>
        <p:spPr>
          <a:xfrm flipV="1">
            <a:off x="2895480" y="445788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a typeface="DejaVu Sans"/>
            </a:endParaRPr>
          </a:p>
        </p:txBody>
      </p:sp>
      <p:sp>
        <p:nvSpPr>
          <p:cNvPr id="446" name=""/>
          <p:cNvSpPr/>
          <p:nvPr/>
        </p:nvSpPr>
        <p:spPr>
          <a:xfrm flipV="1">
            <a:off x="2895480" y="262908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a typeface="DejaVu Sans"/>
            </a:endParaRPr>
          </a:p>
        </p:txBody>
      </p:sp>
      <p:sp>
        <p:nvSpPr>
          <p:cNvPr id="447" name=""/>
          <p:cNvSpPr/>
          <p:nvPr/>
        </p:nvSpPr>
        <p:spPr>
          <a:xfrm flipH="1">
            <a:off x="4267080" y="3772080"/>
            <a:ext cx="685800" cy="36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a typeface="DejaVu Sans"/>
            </a:endParaRPr>
          </a:p>
        </p:txBody>
      </p:sp>
      <p:sp>
        <p:nvSpPr>
          <p:cNvPr id="448" name=""/>
          <p:cNvSpPr/>
          <p:nvPr/>
        </p:nvSpPr>
        <p:spPr>
          <a:xfrm flipV="1">
            <a:off x="6553080" y="514368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a typeface="DejaVu Sans"/>
            </a:endParaRPr>
          </a:p>
        </p:txBody>
      </p:sp>
      <p:sp>
        <p:nvSpPr>
          <p:cNvPr id="449" name=""/>
          <p:cNvSpPr/>
          <p:nvPr/>
        </p:nvSpPr>
        <p:spPr>
          <a:xfrm flipV="1">
            <a:off x="2895480" y="560088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a typeface="DejaVu Sans"/>
            </a:endParaRPr>
          </a:p>
        </p:txBody>
      </p:sp>
      <p:sp>
        <p:nvSpPr>
          <p:cNvPr id="450" name=""/>
          <p:cNvSpPr/>
          <p:nvPr/>
        </p:nvSpPr>
        <p:spPr>
          <a:xfrm flipV="1">
            <a:off x="6553080" y="400068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a typeface="DejaVu Sans"/>
            </a:endParaRPr>
          </a:p>
        </p:txBody>
      </p:sp>
      <p:sp>
        <p:nvSpPr>
          <p:cNvPr id="451" name=""/>
          <p:cNvSpPr/>
          <p:nvPr/>
        </p:nvSpPr>
        <p:spPr>
          <a:xfrm>
            <a:off x="3124080" y="4457880"/>
            <a:ext cx="4165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200" b="0" u="none" strike="noStrike">
                <a:solidFill>
                  <a:srgbClr val="000000"/>
                </a:solidFill>
                <a:effectLst/>
                <a:uFillTx/>
                <a:latin typeface="Noto Serif"/>
                <a:ea typeface="DejaVu Sans"/>
              </a:rPr>
              <a:t>yes</a:t>
            </a:r>
            <a:endParaRPr lang="en-US" sz="1200" b="0" u="none" strike="noStrike">
              <a:solidFill>
                <a:srgbClr val="000000"/>
              </a:solidFill>
              <a:effectLst/>
              <a:uFillTx/>
              <a:latin typeface="Noto Serif"/>
            </a:endParaRPr>
          </a:p>
        </p:txBody>
      </p:sp>
      <p:sp>
        <p:nvSpPr>
          <p:cNvPr id="452" name=""/>
          <p:cNvSpPr/>
          <p:nvPr/>
        </p:nvSpPr>
        <p:spPr>
          <a:xfrm>
            <a:off x="4266720" y="3314880"/>
            <a:ext cx="383760" cy="272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200" b="0" u="none" strike="noStrike">
                <a:solidFill>
                  <a:srgbClr val="000000"/>
                </a:solidFill>
                <a:effectLst/>
                <a:uFillTx/>
                <a:latin typeface="Noto Serif"/>
                <a:ea typeface="DejaVu Sans"/>
              </a:rPr>
              <a:t>No</a:t>
            </a:r>
            <a:endParaRPr lang="en-US" sz="12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title"/>
          </p:nvPr>
        </p:nvSpPr>
        <p:spPr>
          <a:xfrm>
            <a:off x="43560" y="156240"/>
            <a:ext cx="8594640" cy="131868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454" name="PlaceHolder 2"/>
          <p:cNvSpPr>
            <a:spLocks noGrp="1"/>
          </p:cNvSpPr>
          <p:nvPr>
            <p:ph/>
          </p:nvPr>
        </p:nvSpPr>
        <p:spPr>
          <a:xfrm>
            <a:off x="266400" y="205560"/>
            <a:ext cx="8594640" cy="619200"/>
          </a:xfrm>
          <a:prstGeom prst="rect">
            <a:avLst/>
          </a:prstGeom>
          <a:noFill/>
          <a:ln w="0">
            <a:noFill/>
          </a:ln>
        </p:spPr>
        <p:txBody>
          <a:bodyPr lIns="91440" rIns="91440" tIns="45720" bIns="45720" anchor="t">
            <a:normAutofit fontScale="85000" lnSpcReduction="9999"/>
          </a:bodyPr>
          <a:p>
            <a:pPr marL="343080" indent="-343080" algn="just" defTabSz="457200">
              <a:lnSpc>
                <a:spcPct val="150000"/>
              </a:lnSpc>
              <a:spcBef>
                <a:spcPts val="1001"/>
              </a:spcBef>
              <a:buNone/>
              <a:tabLst>
                <a:tab algn="l" pos="0"/>
              </a:tabLst>
            </a:pPr>
            <a:r>
              <a:rPr lang="en-IN" sz="2800" b="1" u="none" strike="noStrike">
                <a:solidFill>
                  <a:schemeClr val="dk1"/>
                </a:solidFill>
                <a:effectLst/>
                <a:uFillTx/>
                <a:latin typeface="Trebuchet MS"/>
              </a:rPr>
              <a:t>MODULES :</a:t>
            </a:r>
            <a:endParaRPr lang="en-US" sz="28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455" name="Rectangle 4"/>
          <p:cNvSpPr/>
          <p:nvPr/>
        </p:nvSpPr>
        <p:spPr>
          <a:xfrm>
            <a:off x="275760" y="3599280"/>
            <a:ext cx="302976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ea typeface="DejaVu Sans"/>
              </a:rPr>
              <a:t> </a:t>
            </a:r>
            <a:endParaRPr lang="en-US" sz="3600" b="0" u="none" strike="noStrike">
              <a:solidFill>
                <a:srgbClr val="000000"/>
              </a:solidFill>
              <a:effectLst/>
              <a:uFillTx/>
              <a:latin typeface="Noto Serif"/>
            </a:endParaRPr>
          </a:p>
        </p:txBody>
      </p:sp>
      <p:sp>
        <p:nvSpPr>
          <p:cNvPr id="456" name="Content Placeholder 5"/>
          <p:cNvSpPr/>
          <p:nvPr/>
        </p:nvSpPr>
        <p:spPr>
          <a:xfrm>
            <a:off x="677520" y="1371600"/>
            <a:ext cx="8594640" cy="38786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Module 1: Rule-Based Content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Module 2: Cryptographic Hashing for Integrity</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Module 3: Secure Violation Logging</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Module 4: User-Defined Security Policies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Module 5: Performance Optimization &amp; Cloud Integration</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title"/>
          </p:nvPr>
        </p:nvSpPr>
        <p:spPr>
          <a:xfrm>
            <a:off x="282600" y="156240"/>
            <a:ext cx="8594640" cy="757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2800" b="1" u="none" strike="noStrike">
                <a:solidFill>
                  <a:schemeClr val="dk1"/>
                </a:solidFill>
                <a:effectLst/>
                <a:uFillTx/>
                <a:latin typeface="Trebuchet MS"/>
              </a:rPr>
              <a:t>MODULE 1:</a:t>
            </a:r>
            <a:r>
              <a:rPr lang="en-IN" sz="2800" b="1" u="none" strike="noStrike">
                <a:solidFill>
                  <a:srgbClr val="000000"/>
                </a:solidFill>
                <a:effectLst/>
                <a:uFillTx/>
                <a:latin typeface="Trebuchet MS"/>
              </a:rPr>
              <a:t> </a:t>
            </a:r>
            <a:r>
              <a:rPr lang="en-IN" sz="2800" b="1" u="none" strike="noStrike">
                <a:solidFill>
                  <a:schemeClr val="dk1"/>
                </a:solidFill>
                <a:effectLst/>
                <a:uFillTx/>
                <a:latin typeface="Trebuchet MS"/>
              </a:rPr>
              <a:t>EXPLANATION :</a:t>
            </a:r>
            <a:endParaRPr lang="en-US" sz="2800" b="0" u="none" strike="noStrike">
              <a:solidFill>
                <a:srgbClr val="000000"/>
              </a:solidFill>
              <a:effectLst/>
              <a:uFillTx/>
              <a:latin typeface="Noto Serif"/>
            </a:endParaRPr>
          </a:p>
        </p:txBody>
      </p:sp>
      <p:sp>
        <p:nvSpPr>
          <p:cNvPr id="458" name="PlaceHolder 2"/>
          <p:cNvSpPr>
            <a:spLocks noGrp="1"/>
          </p:cNvSpPr>
          <p:nvPr>
            <p:ph/>
          </p:nvPr>
        </p:nvSpPr>
        <p:spPr>
          <a:xfrm>
            <a:off x="446400" y="1143000"/>
            <a:ext cx="8594640" cy="387864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Scans files before cloud upload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Detects sensitive patterns (email IDs, passwords, keywords)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Uses predefined and customizable rules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Blocks uploads if sensitive data is found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Records violation details for user review</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title"/>
          </p:nvPr>
        </p:nvSpPr>
        <p:spPr>
          <a:xfrm>
            <a:off x="74520" y="156240"/>
            <a:ext cx="8594640" cy="757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CONCLUSION</a:t>
            </a:r>
            <a:endParaRPr lang="en-US" sz="2800" b="0" u="none" strike="noStrike">
              <a:solidFill>
                <a:srgbClr val="000000"/>
              </a:solidFill>
              <a:effectLst/>
              <a:uFillTx/>
              <a:latin typeface="Noto Serif"/>
            </a:endParaRPr>
          </a:p>
        </p:txBody>
      </p:sp>
      <p:sp>
        <p:nvSpPr>
          <p:cNvPr id="460" name="PlaceHolder 2"/>
          <p:cNvSpPr>
            <a:spLocks noGrp="1"/>
          </p:cNvSpPr>
          <p:nvPr>
            <p:ph/>
          </p:nvPr>
        </p:nvSpPr>
        <p:spPr>
          <a:xfrm>
            <a:off x="667080" y="1266840"/>
            <a:ext cx="8594640" cy="3304800"/>
          </a:xfrm>
          <a:prstGeom prst="rect">
            <a:avLst/>
          </a:prstGeom>
          <a:noFill/>
          <a:ln w="0">
            <a:noFill/>
          </a:ln>
        </p:spPr>
        <p:txBody>
          <a:bodyPr lIns="91440" rIns="91440" tIns="45720" bIns="45720" anchor="t">
            <a:normAutofit lnSpcReduction="9999"/>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leakage is a critical challenge in cloud environments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The proposed system prevents leakage at the user level</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Client-side inspection ensures privacy and control</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Hash-based integrity verification strengthens security</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The solution is practical, lightweight, and extensible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Future enhancements can add advanced policies and monitoring</a:t>
            </a:r>
            <a:endParaRPr lang="en-US" sz="2000" b="0" u="none" strike="noStrike">
              <a:solidFill>
                <a:srgbClr val="000000"/>
              </a:solidFill>
              <a:effectLst/>
              <a:uFillTx/>
              <a:latin typeface="Noto Serif"/>
            </a:endParaRPr>
          </a:p>
        </p:txBody>
      </p:sp>
      <p:sp>
        <p:nvSpPr>
          <p:cNvPr id="461" name="Cloud Callout 3"/>
          <p:cNvSpPr/>
          <p:nvPr/>
        </p:nvSpPr>
        <p:spPr>
          <a:xfrm>
            <a:off x="2986560" y="5048640"/>
            <a:ext cx="4657320" cy="1272240"/>
          </a:xfrm>
          <a:prstGeom prst="cloudCallout">
            <a:avLst>
              <a:gd name="adj1" fmla="val -20833"/>
              <a:gd name="adj2" fmla="val 62500"/>
            </a:avLst>
          </a:prstGeom>
          <a:solidFill>
            <a:schemeClr val="lt1"/>
          </a:solidFill>
          <a:ln cap="rnd" w="19080">
            <a:solidFill>
              <a:srgbClr val="90c226"/>
            </a:solidFill>
            <a:round/>
          </a:ln>
        </p:spPr>
        <p:style>
          <a:lnRef idx="0"/>
          <a:fillRef idx="0"/>
          <a:effectRef idx="0"/>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ea typeface="DejaVu San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1634</TotalTime>
  <Application>LibreOffice/25.8.4.2$Linux_X86_64 LibreOffice_project/580$Build-2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2026-02-09T14:26:24Z</dcterms:modified>
  <cp:revision>24</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Custom</vt:lpwstr>
  </property>
  <property fmtid="{D5CDD505-2E9C-101B-9397-08002B2CF9AE}" pid="4" name="Slides">
    <vt:r8>11</vt:r8>
  </property>
</Properties>
</file>