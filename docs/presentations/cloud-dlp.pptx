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theme/theme20.xml" ContentType="application/vnd.openxmlformats-officedocument.them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8.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4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46" name="PlaceHolder 4"/>
          <p:cNvSpPr>
            <a:spLocks noGrp="1"/>
          </p:cNvSpPr>
          <p:nvPr>
            <p:ph type="dt" idx="6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47" name="PlaceHolder 5"/>
          <p:cNvSpPr>
            <a:spLocks noGrp="1"/>
          </p:cNvSpPr>
          <p:nvPr>
            <p:ph type="ftr" idx="6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8" name="PlaceHolder 6"/>
          <p:cNvSpPr>
            <a:spLocks noGrp="1"/>
          </p:cNvSpPr>
          <p:nvPr>
            <p:ph type="sldNum" idx="6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52C3F293-952A-4C2F-8E20-D238920D5B66}"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380880" y="685800"/>
            <a:ext cx="6094440" cy="3427560"/>
          </a:xfrm>
          <a:prstGeom prst="rect">
            <a:avLst/>
          </a:prstGeom>
          <a:ln w="0">
            <a:noFill/>
          </a:ln>
        </p:spPr>
      </p:sp>
      <p:sp>
        <p:nvSpPr>
          <p:cNvPr id="396" name="PlaceHolder 2"/>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97" name="PlaceHolder 3"/>
          <p:cNvSpPr>
            <a:spLocks noGrp="1"/>
          </p:cNvSpPr>
          <p:nvPr>
            <p:ph type="sldNum" idx="64"/>
          </p:nvPr>
        </p:nvSpPr>
        <p:spPr>
          <a:xfrm>
            <a:off x="3884760" y="8685360"/>
            <a:ext cx="2970360" cy="4557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5410A763-F2CE-4B33-A828-66C9B79C5E4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52E6DEF-CAAE-4759-9DAF-F0B2592B8E55}"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680" cy="6867720"/>
            <a:chOff x="0" y="-8640"/>
            <a:chExt cx="12190680" cy="6867720"/>
          </a:xfrm>
        </p:grpSpPr>
        <p:cxnSp>
          <p:nvCxnSpPr>
            <p:cNvPr id="32" name="Straight Connector 19"/>
            <p:cNvCxnSpPr/>
            <p:nvPr/>
          </p:nvCxnSpPr>
          <p:spPr>
            <a:xfrm>
              <a:off x="9370800" y="0"/>
              <a:ext cx="1220760" cy="6859440"/>
            </a:xfrm>
            <a:prstGeom prst="straightConnector1">
              <a:avLst/>
            </a:prstGeom>
            <a:ln cap="rnd" w="9525">
              <a:solidFill>
                <a:srgbClr val="bfbfbf"/>
              </a:solidFill>
              <a:round/>
            </a:ln>
          </p:spPr>
        </p:cxnSp>
        <p:cxnSp>
          <p:nvCxnSpPr>
            <p:cNvPr id="3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1498680"/>
            <a:ext cx="3853080" cy="1276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43" name="PlaceHolder 2"/>
          <p:cNvSpPr>
            <a:spLocks noGrp="1"/>
          </p:cNvSpPr>
          <p:nvPr>
            <p:ph type="body"/>
          </p:nvPr>
        </p:nvSpPr>
        <p:spPr>
          <a:xfrm>
            <a:off x="4760640" y="514800"/>
            <a:ext cx="4512240" cy="55249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677160" y="2777040"/>
            <a:ext cx="3853080" cy="2583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7FC3D57-3968-4754-A391-B306183FA6F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0680" cy="6867720"/>
            <a:chOff x="0" y="-8640"/>
            <a:chExt cx="12190680" cy="6867720"/>
          </a:xfrm>
        </p:grpSpPr>
        <p:cxnSp>
          <p:nvCxnSpPr>
            <p:cNvPr id="49" name="Straight Connector 19"/>
            <p:cNvCxnSpPr/>
            <p:nvPr/>
          </p:nvCxnSpPr>
          <p:spPr>
            <a:xfrm>
              <a:off x="9370800" y="0"/>
              <a:ext cx="1220760" cy="6859440"/>
            </a:xfrm>
            <a:prstGeom prst="straightConnector1">
              <a:avLst/>
            </a:prstGeom>
            <a:ln cap="rnd" w="9525">
              <a:solidFill>
                <a:srgbClr val="bfbfbf"/>
              </a:solidFill>
              <a:round/>
            </a:ln>
          </p:spPr>
        </p:cxnSp>
        <p:cxnSp>
          <p:nvCxnSpPr>
            <p:cNvPr id="5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4800600"/>
            <a:ext cx="8595360" cy="5652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60" name="PlaceHolder 2"/>
          <p:cNvSpPr>
            <a:spLocks noGrp="1"/>
          </p:cNvSpPr>
          <p:nvPr>
            <p:ph type="body"/>
          </p:nvPr>
        </p:nvSpPr>
        <p:spPr>
          <a:xfrm>
            <a:off x="677160" y="609480"/>
            <a:ext cx="8595360" cy="384444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61" name="PlaceHolder 3"/>
          <p:cNvSpPr>
            <a:spLocks noGrp="1"/>
          </p:cNvSpPr>
          <p:nvPr>
            <p:ph type="body"/>
          </p:nvPr>
        </p:nvSpPr>
        <p:spPr>
          <a:xfrm>
            <a:off x="677160" y="5367240"/>
            <a:ext cx="8595360" cy="6724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62" name="PlaceHolder 4"/>
          <p:cNvSpPr>
            <a:spLocks noGrp="1"/>
          </p:cNvSpPr>
          <p:nvPr>
            <p:ph type="dt" idx="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3" name="PlaceHolder 5"/>
          <p:cNvSpPr>
            <a:spLocks noGrp="1"/>
          </p:cNvSpPr>
          <p:nvPr>
            <p:ph type="ftr" idx="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4" name="PlaceHolder 6"/>
          <p:cNvSpPr>
            <a:spLocks noGrp="1"/>
          </p:cNvSpPr>
          <p:nvPr>
            <p:ph type="sldNum" idx="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F63283E-6532-453D-909D-8691A32F967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5" name="Group 6"/>
          <p:cNvGrpSpPr/>
          <p:nvPr/>
        </p:nvGrpSpPr>
        <p:grpSpPr>
          <a:xfrm>
            <a:off x="0" y="-8640"/>
            <a:ext cx="12190680" cy="6867720"/>
            <a:chOff x="0" y="-8640"/>
            <a:chExt cx="12190680" cy="6867720"/>
          </a:xfrm>
        </p:grpSpPr>
        <p:cxnSp>
          <p:nvCxnSpPr>
            <p:cNvPr id="66" name="Straight Connector 19"/>
            <p:cNvCxnSpPr/>
            <p:nvPr/>
          </p:nvCxnSpPr>
          <p:spPr>
            <a:xfrm>
              <a:off x="9370800" y="0"/>
              <a:ext cx="1220760" cy="6859440"/>
            </a:xfrm>
            <a:prstGeom prst="straightConnector1">
              <a:avLst/>
            </a:prstGeom>
            <a:ln cap="rnd" w="9525">
              <a:solidFill>
                <a:srgbClr val="bfbfbf"/>
              </a:solidFill>
              <a:round/>
            </a:ln>
          </p:spPr>
        </p:cxnSp>
        <p:cxnSp>
          <p:nvCxnSpPr>
            <p:cNvPr id="6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6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6" name="PlaceHolder 1"/>
          <p:cNvSpPr>
            <a:spLocks noGrp="1"/>
          </p:cNvSpPr>
          <p:nvPr>
            <p:ph type="title"/>
          </p:nvPr>
        </p:nvSpPr>
        <p:spPr>
          <a:xfrm>
            <a:off x="677160" y="609480"/>
            <a:ext cx="8595360" cy="340200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77" name="PlaceHolder 2"/>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78" name="PlaceHolder 3"/>
          <p:cNvSpPr>
            <a:spLocks noGrp="1"/>
          </p:cNvSpPr>
          <p:nvPr>
            <p:ph type="dt" idx="1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79" name="PlaceHolder 4"/>
          <p:cNvSpPr>
            <a:spLocks noGrp="1"/>
          </p:cNvSpPr>
          <p:nvPr>
            <p:ph type="ftr" idx="1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0" name="PlaceHolder 5"/>
          <p:cNvSpPr>
            <a:spLocks noGrp="1"/>
          </p:cNvSpPr>
          <p:nvPr>
            <p:ph type="sldNum" idx="1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5A9C6CA-01F8-4073-A05A-96668B4BCB8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1" name="Group 6"/>
          <p:cNvGrpSpPr/>
          <p:nvPr/>
        </p:nvGrpSpPr>
        <p:grpSpPr>
          <a:xfrm>
            <a:off x="0" y="-8640"/>
            <a:ext cx="12190680" cy="6867720"/>
            <a:chOff x="0" y="-8640"/>
            <a:chExt cx="12190680" cy="6867720"/>
          </a:xfrm>
        </p:grpSpPr>
        <p:cxnSp>
          <p:nvCxnSpPr>
            <p:cNvPr id="82" name="Straight Connector 19"/>
            <p:cNvCxnSpPr/>
            <p:nvPr/>
          </p:nvCxnSpPr>
          <p:spPr>
            <a:xfrm>
              <a:off x="9370800" y="0"/>
              <a:ext cx="1220760" cy="6859440"/>
            </a:xfrm>
            <a:prstGeom prst="straightConnector1">
              <a:avLst/>
            </a:prstGeom>
            <a:ln cap="rnd" w="9525">
              <a:solidFill>
                <a:srgbClr val="bfbfbf"/>
              </a:solidFill>
              <a:round/>
            </a:ln>
          </p:spPr>
        </p:cxnSp>
        <p:cxnSp>
          <p:nvCxnSpPr>
            <p:cNvPr id="8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8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2"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93" name="PlaceHolder 2"/>
          <p:cNvSpPr>
            <a:spLocks noGrp="1"/>
          </p:cNvSpPr>
          <p:nvPr>
            <p:ph type="body"/>
          </p:nvPr>
        </p:nvSpPr>
        <p:spPr>
          <a:xfrm>
            <a:off x="1366200" y="3632040"/>
            <a:ext cx="7223040" cy="37944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94" name="PlaceHolder 3"/>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95" name="PlaceHolder 4"/>
          <p:cNvSpPr>
            <a:spLocks noGrp="1"/>
          </p:cNvSpPr>
          <p:nvPr>
            <p:ph type="dt" idx="13"/>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6" name="PlaceHolder 5"/>
          <p:cNvSpPr>
            <a:spLocks noGrp="1"/>
          </p:cNvSpPr>
          <p:nvPr>
            <p:ph type="ftr" idx="14"/>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7" name="PlaceHolder 6"/>
          <p:cNvSpPr>
            <a:spLocks noGrp="1"/>
          </p:cNvSpPr>
          <p:nvPr>
            <p:ph type="sldNum" idx="15"/>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A793323-A406-4D61-AAED-B30B62DCD43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98" name="TextBox 19"/>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99" name="TextBox 21"/>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00" name="Group 6"/>
          <p:cNvGrpSpPr/>
          <p:nvPr/>
        </p:nvGrpSpPr>
        <p:grpSpPr>
          <a:xfrm>
            <a:off x="0" y="-8640"/>
            <a:ext cx="12190680" cy="6867720"/>
            <a:chOff x="0" y="-8640"/>
            <a:chExt cx="12190680" cy="6867720"/>
          </a:xfrm>
        </p:grpSpPr>
        <p:cxnSp>
          <p:nvCxnSpPr>
            <p:cNvPr id="101" name="Straight Connector 19"/>
            <p:cNvCxnSpPr/>
            <p:nvPr/>
          </p:nvCxnSpPr>
          <p:spPr>
            <a:xfrm>
              <a:off x="9370800" y="0"/>
              <a:ext cx="1220760" cy="6859440"/>
            </a:xfrm>
            <a:prstGeom prst="straightConnector1">
              <a:avLst/>
            </a:prstGeom>
            <a:ln cap="rnd" w="9525">
              <a:solidFill>
                <a:srgbClr val="bfbfbf"/>
              </a:solidFill>
              <a:round/>
            </a:ln>
          </p:spPr>
        </p:cxnSp>
        <p:cxnSp>
          <p:nvCxnSpPr>
            <p:cNvPr id="1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1" name="PlaceHolder 1"/>
          <p:cNvSpPr>
            <a:spLocks noGrp="1"/>
          </p:cNvSpPr>
          <p:nvPr>
            <p:ph type="title"/>
          </p:nvPr>
        </p:nvSpPr>
        <p:spPr>
          <a:xfrm>
            <a:off x="677160" y="1932120"/>
            <a:ext cx="8595360" cy="25941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12" name="PlaceHolder 2"/>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13" name="PlaceHolder 3"/>
          <p:cNvSpPr>
            <a:spLocks noGrp="1"/>
          </p:cNvSpPr>
          <p:nvPr>
            <p:ph type="dt" idx="16"/>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4"/>
          <p:cNvSpPr>
            <a:spLocks noGrp="1"/>
          </p:cNvSpPr>
          <p:nvPr>
            <p:ph type="ftr" idx="17"/>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5"/>
          <p:cNvSpPr>
            <a:spLocks noGrp="1"/>
          </p:cNvSpPr>
          <p:nvPr>
            <p:ph type="sldNum" idx="18"/>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AE93011-2410-4FA5-A203-CBEC29D9D5C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0680" cy="6867720"/>
            <a:chOff x="0" y="-8640"/>
            <a:chExt cx="12190680" cy="6867720"/>
          </a:xfrm>
        </p:grpSpPr>
        <p:cxnSp>
          <p:nvCxnSpPr>
            <p:cNvPr id="117" name="Straight Connector 19"/>
            <p:cNvCxnSpPr/>
            <p:nvPr/>
          </p:nvCxnSpPr>
          <p:spPr>
            <a:xfrm>
              <a:off x="9370800" y="0"/>
              <a:ext cx="1220760" cy="6859440"/>
            </a:xfrm>
            <a:prstGeom prst="straightConnector1">
              <a:avLst/>
            </a:prstGeom>
            <a:ln cap="rnd" w="9525">
              <a:solidFill>
                <a:srgbClr val="bfbfbf"/>
              </a:solidFill>
              <a:round/>
            </a:ln>
          </p:spPr>
        </p:cxnSp>
        <p:cxnSp>
          <p:nvCxnSpPr>
            <p:cNvPr id="11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1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29"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30" name="PlaceHolder 4"/>
          <p:cNvSpPr>
            <a:spLocks noGrp="1"/>
          </p:cNvSpPr>
          <p:nvPr>
            <p:ph type="dt" idx="1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1" name="PlaceHolder 5"/>
          <p:cNvSpPr>
            <a:spLocks noGrp="1"/>
          </p:cNvSpPr>
          <p:nvPr>
            <p:ph type="ftr" idx="2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2" name="PlaceHolder 6"/>
          <p:cNvSpPr>
            <a:spLocks noGrp="1"/>
          </p:cNvSpPr>
          <p:nvPr>
            <p:ph type="sldNum" idx="2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66E0EDC-382D-4116-9778-0E8A50FF371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33" name="TextBox 23"/>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34" name="TextBox 24"/>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5" name="Group 6"/>
          <p:cNvGrpSpPr/>
          <p:nvPr/>
        </p:nvGrpSpPr>
        <p:grpSpPr>
          <a:xfrm>
            <a:off x="0" y="-8640"/>
            <a:ext cx="12190680" cy="6867720"/>
            <a:chOff x="0" y="-8640"/>
            <a:chExt cx="12190680" cy="6867720"/>
          </a:xfrm>
        </p:grpSpPr>
        <p:cxnSp>
          <p:nvCxnSpPr>
            <p:cNvPr id="136" name="Straight Connector 19"/>
            <p:cNvCxnSpPr/>
            <p:nvPr/>
          </p:nvCxnSpPr>
          <p:spPr>
            <a:xfrm>
              <a:off x="9370800" y="0"/>
              <a:ext cx="1220760" cy="6859440"/>
            </a:xfrm>
            <a:prstGeom prst="straightConnector1">
              <a:avLst/>
            </a:prstGeom>
            <a:ln cap="rnd" w="9525">
              <a:solidFill>
                <a:srgbClr val="bfbfbf"/>
              </a:solidFill>
              <a:round/>
            </a:ln>
          </p:spPr>
        </p:cxnSp>
        <p:cxnSp>
          <p:nvCxnSpPr>
            <p:cNvPr id="13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3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6" name="PlaceHolder 1"/>
          <p:cNvSpPr>
            <a:spLocks noGrp="1"/>
          </p:cNvSpPr>
          <p:nvPr>
            <p:ph type="title"/>
          </p:nvPr>
        </p:nvSpPr>
        <p:spPr>
          <a:xfrm>
            <a:off x="685800" y="609480"/>
            <a:ext cx="858672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7"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8"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9" name="PlaceHolder 4"/>
          <p:cNvSpPr>
            <a:spLocks noGrp="1"/>
          </p:cNvSpPr>
          <p:nvPr>
            <p:ph type="dt" idx="2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50" name="PlaceHolder 5"/>
          <p:cNvSpPr>
            <a:spLocks noGrp="1"/>
          </p:cNvSpPr>
          <p:nvPr>
            <p:ph type="ftr" idx="2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1" name="PlaceHolder 6"/>
          <p:cNvSpPr>
            <a:spLocks noGrp="1"/>
          </p:cNvSpPr>
          <p:nvPr>
            <p:ph type="sldNum" idx="2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7220EC8-7264-4089-945B-0C9370B287C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2" name="Group 6"/>
          <p:cNvGrpSpPr/>
          <p:nvPr/>
        </p:nvGrpSpPr>
        <p:grpSpPr>
          <a:xfrm>
            <a:off x="0" y="-8640"/>
            <a:ext cx="12190680" cy="6867720"/>
            <a:chOff x="0" y="-8640"/>
            <a:chExt cx="12190680" cy="6867720"/>
          </a:xfrm>
        </p:grpSpPr>
        <p:cxnSp>
          <p:nvCxnSpPr>
            <p:cNvPr id="153" name="Straight Connector 19"/>
            <p:cNvCxnSpPr/>
            <p:nvPr/>
          </p:nvCxnSpPr>
          <p:spPr>
            <a:xfrm>
              <a:off x="9370800" y="0"/>
              <a:ext cx="1220760" cy="6859440"/>
            </a:xfrm>
            <a:prstGeom prst="straightConnector1">
              <a:avLst/>
            </a:prstGeom>
            <a:ln cap="rnd" w="9525">
              <a:solidFill>
                <a:srgbClr val="bfbfbf"/>
              </a:solidFill>
              <a:round/>
            </a:ln>
          </p:spPr>
        </p:cxnSp>
        <p:cxnSp>
          <p:nvCxnSpPr>
            <p:cNvPr id="15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5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3"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4"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65" name="PlaceHolder 3"/>
          <p:cNvSpPr>
            <a:spLocks noGrp="1"/>
          </p:cNvSpPr>
          <p:nvPr>
            <p:ph type="dt" idx="2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6" name="PlaceHolder 4"/>
          <p:cNvSpPr>
            <a:spLocks noGrp="1"/>
          </p:cNvSpPr>
          <p:nvPr>
            <p:ph type="ftr" idx="2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7" name="PlaceHolder 5"/>
          <p:cNvSpPr>
            <a:spLocks noGrp="1"/>
          </p:cNvSpPr>
          <p:nvPr>
            <p:ph type="sldNum" idx="2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23ECBBE-DC96-4A9F-B996-DF499E5F0C6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0680" cy="6867720"/>
            <a:chOff x="0" y="-8640"/>
            <a:chExt cx="12190680" cy="6867720"/>
          </a:xfrm>
        </p:grpSpPr>
        <p:cxnSp>
          <p:nvCxnSpPr>
            <p:cNvPr id="169" name="Straight Connector 19"/>
            <p:cNvCxnSpPr/>
            <p:nvPr/>
          </p:nvCxnSpPr>
          <p:spPr>
            <a:xfrm>
              <a:off x="9370800" y="0"/>
              <a:ext cx="1220760" cy="6859440"/>
            </a:xfrm>
            <a:prstGeom prst="straightConnector1">
              <a:avLst/>
            </a:prstGeom>
            <a:ln cap="rnd" w="9525">
              <a:solidFill>
                <a:srgbClr val="bfbfbf"/>
              </a:solidFill>
              <a:round/>
            </a:ln>
          </p:spPr>
        </p:cxnSp>
        <p:cxnSp>
          <p:nvCxnSpPr>
            <p:cNvPr id="1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9" name="PlaceHolder 1"/>
          <p:cNvSpPr>
            <a:spLocks noGrp="1"/>
          </p:cNvSpPr>
          <p:nvPr>
            <p:ph type="title"/>
          </p:nvPr>
        </p:nvSpPr>
        <p:spPr>
          <a:xfrm>
            <a:off x="7967520" y="609480"/>
            <a:ext cx="1303200" cy="524988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80" name="PlaceHolder 2"/>
          <p:cNvSpPr>
            <a:spLocks noGrp="1"/>
          </p:cNvSpPr>
          <p:nvPr>
            <p:ph type="body"/>
          </p:nvPr>
        </p:nvSpPr>
        <p:spPr>
          <a:xfrm>
            <a:off x="677160" y="609480"/>
            <a:ext cx="7058880" cy="52498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81" name="PlaceHolder 3"/>
          <p:cNvSpPr>
            <a:spLocks noGrp="1"/>
          </p:cNvSpPr>
          <p:nvPr>
            <p:ph type="dt" idx="2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4"/>
          <p:cNvSpPr>
            <a:spLocks noGrp="1"/>
          </p:cNvSpPr>
          <p:nvPr>
            <p:ph type="ftr" idx="2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5"/>
          <p:cNvSpPr>
            <a:spLocks noGrp="1"/>
          </p:cNvSpPr>
          <p:nvPr>
            <p:ph type="sldNum" idx="3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A0AC564-94B7-4392-B9C3-4265D58ABD6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4" name="Group 6"/>
          <p:cNvGrpSpPr/>
          <p:nvPr/>
        </p:nvGrpSpPr>
        <p:grpSpPr>
          <a:xfrm>
            <a:off x="0" y="-8640"/>
            <a:ext cx="12190680" cy="6867720"/>
            <a:chOff x="0" y="-8640"/>
            <a:chExt cx="12190680" cy="6867720"/>
          </a:xfrm>
        </p:grpSpPr>
        <p:cxnSp>
          <p:nvCxnSpPr>
            <p:cNvPr id="185" name="Straight Connector 19"/>
            <p:cNvCxnSpPr/>
            <p:nvPr/>
          </p:nvCxnSpPr>
          <p:spPr>
            <a:xfrm>
              <a:off x="9370800" y="0"/>
              <a:ext cx="1220760" cy="6859440"/>
            </a:xfrm>
            <a:prstGeom prst="straightConnector1">
              <a:avLst/>
            </a:prstGeom>
            <a:ln cap="rnd" w="9525">
              <a:solidFill>
                <a:srgbClr val="bfbfbf"/>
              </a:solidFill>
              <a:round/>
            </a:ln>
          </p:spPr>
        </p:cxnSp>
        <p:cxnSp>
          <p:nvCxnSpPr>
            <p:cNvPr id="186"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87"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9"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1"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5" name="PlaceHolder 1"/>
          <p:cNvSpPr>
            <a:spLocks noGrp="1"/>
          </p:cNvSpPr>
          <p:nvPr>
            <p:ph type="title"/>
          </p:nvPr>
        </p:nvSpPr>
        <p:spPr>
          <a:xfrm>
            <a:off x="677160" y="2700720"/>
            <a:ext cx="8595360" cy="182520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96" name="PlaceHolder 2"/>
          <p:cNvSpPr>
            <a:spLocks noGrp="1"/>
          </p:cNvSpPr>
          <p:nvPr>
            <p:ph type="body"/>
          </p:nvPr>
        </p:nvSpPr>
        <p:spPr>
          <a:xfrm>
            <a:off x="677160" y="4527360"/>
            <a:ext cx="8595360" cy="858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97" name="PlaceHolder 3"/>
          <p:cNvSpPr>
            <a:spLocks noGrp="1"/>
          </p:cNvSpPr>
          <p:nvPr>
            <p:ph type="dt" idx="31"/>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4"/>
          <p:cNvSpPr>
            <a:spLocks noGrp="1"/>
          </p:cNvSpPr>
          <p:nvPr>
            <p:ph type="ftr" idx="32"/>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5"/>
          <p:cNvSpPr>
            <a:spLocks noGrp="1"/>
          </p:cNvSpPr>
          <p:nvPr>
            <p:ph type="sldNum" idx="33"/>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1AE6A39-7BE8-41DF-BC4F-8B524C7FAB6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0680" cy="6867720"/>
            <a:chOff x="0" y="-8640"/>
            <a:chExt cx="12190680" cy="6867720"/>
          </a:xfrm>
        </p:grpSpPr>
        <p:cxnSp>
          <p:nvCxnSpPr>
            <p:cNvPr id="201" name="Straight Connector 19"/>
            <p:cNvCxnSpPr/>
            <p:nvPr/>
          </p:nvCxnSpPr>
          <p:spPr>
            <a:xfrm>
              <a:off x="9370800" y="0"/>
              <a:ext cx="1220760" cy="6859440"/>
            </a:xfrm>
            <a:prstGeom prst="straightConnector1">
              <a:avLst/>
            </a:prstGeom>
            <a:ln cap="rnd" w="9525">
              <a:solidFill>
                <a:srgbClr val="bfbfbf"/>
              </a:solidFill>
              <a:round/>
            </a:ln>
          </p:spPr>
        </p:cxnSp>
        <p:cxnSp>
          <p:nvCxnSpPr>
            <p:cNvPr id="2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2" name="PlaceHolder 2"/>
          <p:cNvSpPr>
            <a:spLocks noGrp="1"/>
          </p:cNvSpPr>
          <p:nvPr>
            <p:ph type="body"/>
          </p:nvPr>
        </p:nvSpPr>
        <p:spPr>
          <a:xfrm>
            <a:off x="67716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3" name="PlaceHolder 3"/>
          <p:cNvSpPr>
            <a:spLocks noGrp="1"/>
          </p:cNvSpPr>
          <p:nvPr>
            <p:ph type="body"/>
          </p:nvPr>
        </p:nvSpPr>
        <p:spPr>
          <a:xfrm>
            <a:off x="509004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4" name="PlaceHolder 4"/>
          <p:cNvSpPr>
            <a:spLocks noGrp="1"/>
          </p:cNvSpPr>
          <p:nvPr>
            <p:ph type="dt" idx="3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5" name="PlaceHolder 5"/>
          <p:cNvSpPr>
            <a:spLocks noGrp="1"/>
          </p:cNvSpPr>
          <p:nvPr>
            <p:ph type="ftr" idx="3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6" name="PlaceHolder 6"/>
          <p:cNvSpPr>
            <a:spLocks noGrp="1"/>
          </p:cNvSpPr>
          <p:nvPr>
            <p:ph type="sldNum" idx="3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D943ECA-7A64-4336-8E62-9942A8F13F9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7" name="Group 6"/>
          <p:cNvGrpSpPr/>
          <p:nvPr/>
        </p:nvGrpSpPr>
        <p:grpSpPr>
          <a:xfrm>
            <a:off x="0" y="-8640"/>
            <a:ext cx="12190680" cy="6867720"/>
            <a:chOff x="0" y="-8640"/>
            <a:chExt cx="12190680" cy="6867720"/>
          </a:xfrm>
        </p:grpSpPr>
        <p:cxnSp>
          <p:nvCxnSpPr>
            <p:cNvPr id="218" name="Straight Connector 19"/>
            <p:cNvCxnSpPr/>
            <p:nvPr/>
          </p:nvCxnSpPr>
          <p:spPr>
            <a:xfrm>
              <a:off x="9370800" y="0"/>
              <a:ext cx="1220760" cy="6859440"/>
            </a:xfrm>
            <a:prstGeom prst="straightConnector1">
              <a:avLst/>
            </a:prstGeom>
            <a:ln cap="rnd" w="9525">
              <a:solidFill>
                <a:srgbClr val="bfbfbf"/>
              </a:solidFill>
              <a:round/>
            </a:ln>
          </p:spPr>
        </p:cxnSp>
        <p:cxnSp>
          <p:nvCxnSpPr>
            <p:cNvPr id="21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2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8"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29" name="PlaceHolder 2"/>
          <p:cNvSpPr>
            <a:spLocks noGrp="1"/>
          </p:cNvSpPr>
          <p:nvPr>
            <p:ph type="body"/>
          </p:nvPr>
        </p:nvSpPr>
        <p:spPr>
          <a:xfrm>
            <a:off x="67572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0" name="PlaceHolder 3"/>
          <p:cNvSpPr>
            <a:spLocks noGrp="1"/>
          </p:cNvSpPr>
          <p:nvPr>
            <p:ph type="body"/>
          </p:nvPr>
        </p:nvSpPr>
        <p:spPr>
          <a:xfrm>
            <a:off x="67572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1" name="PlaceHolder 4"/>
          <p:cNvSpPr>
            <a:spLocks noGrp="1"/>
          </p:cNvSpPr>
          <p:nvPr>
            <p:ph type="body"/>
          </p:nvPr>
        </p:nvSpPr>
        <p:spPr>
          <a:xfrm>
            <a:off x="508824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2" name="PlaceHolder 5"/>
          <p:cNvSpPr>
            <a:spLocks noGrp="1"/>
          </p:cNvSpPr>
          <p:nvPr>
            <p:ph type="body"/>
          </p:nvPr>
        </p:nvSpPr>
        <p:spPr>
          <a:xfrm>
            <a:off x="508824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3" name="PlaceHolder 6"/>
          <p:cNvSpPr>
            <a:spLocks noGrp="1"/>
          </p:cNvSpPr>
          <p:nvPr>
            <p:ph type="dt" idx="3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4" name="PlaceHolder 7"/>
          <p:cNvSpPr>
            <a:spLocks noGrp="1"/>
          </p:cNvSpPr>
          <p:nvPr>
            <p:ph type="ftr" idx="3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5" name="PlaceHolder 8"/>
          <p:cNvSpPr>
            <a:spLocks noGrp="1"/>
          </p:cNvSpPr>
          <p:nvPr>
            <p:ph type="sldNum" idx="3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91A50F6-73C3-49DE-BBB1-2F093013A8D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6" name="Group 6"/>
          <p:cNvGrpSpPr/>
          <p:nvPr/>
        </p:nvGrpSpPr>
        <p:grpSpPr>
          <a:xfrm>
            <a:off x="0" y="-8640"/>
            <a:ext cx="12190680" cy="6867720"/>
            <a:chOff x="0" y="-8640"/>
            <a:chExt cx="12190680" cy="6867720"/>
          </a:xfrm>
        </p:grpSpPr>
        <p:cxnSp>
          <p:nvCxnSpPr>
            <p:cNvPr id="237" name="Straight Connector 19"/>
            <p:cNvCxnSpPr/>
            <p:nvPr/>
          </p:nvCxnSpPr>
          <p:spPr>
            <a:xfrm>
              <a:off x="9370800" y="0"/>
              <a:ext cx="1220760" cy="6859440"/>
            </a:xfrm>
            <a:prstGeom prst="straightConnector1">
              <a:avLst/>
            </a:prstGeom>
            <a:ln cap="rnd" w="9525">
              <a:solidFill>
                <a:srgbClr val="bfbfbf"/>
              </a:solidFill>
              <a:round/>
            </a:ln>
          </p:spPr>
        </p:cxnSp>
        <p:cxnSp>
          <p:nvCxnSpPr>
            <p:cNvPr id="23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3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7"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48" name="PlaceHolder 2"/>
          <p:cNvSpPr>
            <a:spLocks noGrp="1"/>
          </p:cNvSpPr>
          <p:nvPr>
            <p:ph type="dt" idx="4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3"/>
          <p:cNvSpPr>
            <a:spLocks noGrp="1"/>
          </p:cNvSpPr>
          <p:nvPr>
            <p:ph type="ftr" idx="4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4"/>
          <p:cNvSpPr>
            <a:spLocks noGrp="1"/>
          </p:cNvSpPr>
          <p:nvPr>
            <p:ph type="sldNum" idx="4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D4B9C98-C964-4BDE-95B7-0C0D116E29F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F94DE9BC-523C-4ED3-A360-43B2856043B9}"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4"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52E8FB71-79ED-475E-BE5F-1FB552BEA505}"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301"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2"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50"/>
          </p:nvPr>
        </p:nvSpPr>
        <p:spPr/>
        <p:txBody>
          <a:bodyPr/>
          <a:p>
            <a:r>
              <a:t>Footer</a:t>
            </a:r>
          </a:p>
        </p:txBody>
      </p:sp>
      <p:sp>
        <p:nvSpPr>
          <p:cNvPr id="5" name="PlaceHolder 4"/>
          <p:cNvSpPr>
            <a:spLocks noGrp="1"/>
          </p:cNvSpPr>
          <p:nvPr>
            <p:ph type="sldNum" idx="51"/>
          </p:nvPr>
        </p:nvSpPr>
        <p:spPr/>
        <p:txBody>
          <a:bodyPr/>
          <a:p>
            <a:fld id="{F81BEC63-39EC-45DA-A976-B3522B7ABF41}" type="slidenum">
              <a:t>&lt;#&gt;</a:t>
            </a:fld>
          </a:p>
        </p:txBody>
      </p:sp>
      <p:sp>
        <p:nvSpPr>
          <p:cNvPr id="6" name="PlaceHolder 5"/>
          <p:cNvSpPr>
            <a:spLocks noGrp="1"/>
          </p:cNvSpPr>
          <p:nvPr>
            <p:ph type="dt" idx="49"/>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3" name="Group 6"/>
          <p:cNvGrpSpPr/>
          <p:nvPr/>
        </p:nvGrpSpPr>
        <p:grpSpPr>
          <a:xfrm>
            <a:off x="0" y="-8640"/>
            <a:ext cx="12190680" cy="6867720"/>
            <a:chOff x="0" y="-8640"/>
            <a:chExt cx="12190680" cy="6867720"/>
          </a:xfrm>
        </p:grpSpPr>
        <p:cxnSp>
          <p:nvCxnSpPr>
            <p:cNvPr id="304" name="Straight Connector 19"/>
            <p:cNvCxnSpPr/>
            <p:nvPr/>
          </p:nvCxnSpPr>
          <p:spPr>
            <a:xfrm>
              <a:off x="9370800" y="0"/>
              <a:ext cx="1220760" cy="6859440"/>
            </a:xfrm>
            <a:prstGeom prst="straightConnector1">
              <a:avLst/>
            </a:prstGeom>
            <a:ln cap="rnd" w="9525">
              <a:solidFill>
                <a:srgbClr val="bfbfbf"/>
              </a:solidFill>
              <a:round/>
            </a:ln>
          </p:spPr>
        </p:cxnSp>
        <p:cxnSp>
          <p:nvCxnSpPr>
            <p:cNvPr id="30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14"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15"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16" name="PlaceHolder 3"/>
          <p:cNvSpPr>
            <a:spLocks noGrp="1"/>
          </p:cNvSpPr>
          <p:nvPr>
            <p:ph type="dt" idx="5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17" name="PlaceHolder 4"/>
          <p:cNvSpPr>
            <a:spLocks noGrp="1"/>
          </p:cNvSpPr>
          <p:nvPr>
            <p:ph type="ftr" idx="5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8" name="PlaceHolder 5"/>
          <p:cNvSpPr>
            <a:spLocks noGrp="1"/>
          </p:cNvSpPr>
          <p:nvPr>
            <p:ph type="sldNum" idx="5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B663EA9-E74E-4486-8EDD-FB53DFB1C13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9" name="Group 6"/>
          <p:cNvGrpSpPr/>
          <p:nvPr/>
        </p:nvGrpSpPr>
        <p:grpSpPr>
          <a:xfrm>
            <a:off x="0" y="-8640"/>
            <a:ext cx="12190680" cy="6867720"/>
            <a:chOff x="0" y="-8640"/>
            <a:chExt cx="12190680" cy="6867720"/>
          </a:xfrm>
        </p:grpSpPr>
        <p:cxnSp>
          <p:nvCxnSpPr>
            <p:cNvPr id="320" name="Straight Connector 19"/>
            <p:cNvCxnSpPr/>
            <p:nvPr/>
          </p:nvCxnSpPr>
          <p:spPr>
            <a:xfrm>
              <a:off x="9370800" y="0"/>
              <a:ext cx="1220760" cy="6859440"/>
            </a:xfrm>
            <a:prstGeom prst="straightConnector1">
              <a:avLst/>
            </a:prstGeom>
            <a:ln cap="rnd" w="9525">
              <a:solidFill>
                <a:srgbClr val="bfbfbf"/>
              </a:solidFill>
              <a:round/>
            </a:ln>
          </p:spPr>
        </p:cxnSp>
        <p:cxnSp>
          <p:nvCxnSpPr>
            <p:cNvPr id="321"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2"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23"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24" name="PlaceHolder 3"/>
          <p:cNvSpPr>
            <a:spLocks noGrp="1"/>
          </p:cNvSpPr>
          <p:nvPr>
            <p:ph type="dt" idx="5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5" name="PlaceHolder 4"/>
          <p:cNvSpPr>
            <a:spLocks noGrp="1"/>
          </p:cNvSpPr>
          <p:nvPr>
            <p:ph type="ftr" idx="5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6" name="PlaceHolder 5"/>
          <p:cNvSpPr>
            <a:spLocks noGrp="1"/>
          </p:cNvSpPr>
          <p:nvPr>
            <p:ph type="sldNum" idx="5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4522101-A737-4D37-BE6A-1E6F550336B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27" name="Group 6"/>
          <p:cNvGrpSpPr/>
          <p:nvPr/>
        </p:nvGrpSpPr>
        <p:grpSpPr>
          <a:xfrm>
            <a:off x="0" y="-8640"/>
            <a:ext cx="12190680" cy="6867720"/>
            <a:chOff x="0" y="-8640"/>
            <a:chExt cx="12190680" cy="6867720"/>
          </a:xfrm>
        </p:grpSpPr>
        <p:cxnSp>
          <p:nvCxnSpPr>
            <p:cNvPr id="328" name="Straight Connector 19"/>
            <p:cNvCxnSpPr/>
            <p:nvPr/>
          </p:nvCxnSpPr>
          <p:spPr>
            <a:xfrm>
              <a:off x="9370800" y="0"/>
              <a:ext cx="1220760" cy="6859440"/>
            </a:xfrm>
            <a:prstGeom prst="straightConnector1">
              <a:avLst/>
            </a:prstGeom>
            <a:ln cap="rnd" w="9525">
              <a:solidFill>
                <a:srgbClr val="bfbfbf"/>
              </a:solidFill>
              <a:round/>
            </a:ln>
          </p:spPr>
        </p:cxnSp>
        <p:cxnSp>
          <p:nvCxnSpPr>
            <p:cNvPr id="32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3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38" name="PlaceHolder 1"/>
          <p:cNvSpPr>
            <a:spLocks noGrp="1"/>
          </p:cNvSpPr>
          <p:nvPr>
            <p:ph type="dt" idx="5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39" name="PlaceHolder 2"/>
          <p:cNvSpPr>
            <a:spLocks noGrp="1"/>
          </p:cNvSpPr>
          <p:nvPr>
            <p:ph type="ftr" idx="5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0" name="PlaceHolder 3"/>
          <p:cNvSpPr>
            <a:spLocks noGrp="1"/>
          </p:cNvSpPr>
          <p:nvPr>
            <p:ph type="sldNum" idx="6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043F02B-6DCB-455C-9D3D-B565942B1A4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41"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42"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680" cy="6867720"/>
            <a:chOff x="0" y="-8640"/>
            <a:chExt cx="12190680" cy="6867720"/>
          </a:xfrm>
        </p:grpSpPr>
        <p:cxnSp>
          <p:nvCxnSpPr>
            <p:cNvPr id="3" name="Straight Connector 19"/>
            <p:cNvCxnSpPr/>
            <p:nvPr/>
          </p:nvCxnSpPr>
          <p:spPr>
            <a:xfrm>
              <a:off x="9370800" y="0"/>
              <a:ext cx="1220760" cy="6859440"/>
            </a:xfrm>
            <a:prstGeom prst="straightConnector1">
              <a:avLst/>
            </a:prstGeom>
            <a:ln cap="rnd" w="9525">
              <a:solidFill>
                <a:srgbClr val="bfbfbf"/>
              </a:solidFill>
              <a:round/>
            </a:ln>
          </p:spPr>
        </p:cxnSp>
        <p:cxnSp>
          <p:nvCxnSpPr>
            <p:cNvPr id="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440" y="-8640"/>
            <a:ext cx="12189240" cy="6867720"/>
            <a:chOff x="1440" y="-8640"/>
            <a:chExt cx="12189240" cy="6867720"/>
          </a:xfrm>
        </p:grpSpPr>
        <p:cxnSp>
          <p:nvCxnSpPr>
            <p:cNvPr id="14" name="Straight Connector 31"/>
            <p:cNvCxnSpPr/>
            <p:nvPr/>
          </p:nvCxnSpPr>
          <p:spPr>
            <a:xfrm>
              <a:off x="9370800" y="0"/>
              <a:ext cx="1220760" cy="6859440"/>
            </a:xfrm>
            <a:prstGeom prst="straightConnector1">
              <a:avLst/>
            </a:prstGeom>
            <a:ln cap="rnd" w="9525">
              <a:solidFill>
                <a:srgbClr val="bfbfbf"/>
              </a:solidFill>
              <a:round/>
            </a:ln>
          </p:spPr>
        </p:cxnSp>
        <p:cxnSp>
          <p:nvCxnSpPr>
            <p:cNvPr id="1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440" y="1440"/>
              <a:ext cx="841320" cy="566460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AE2F9E2-24FD-4416-9E75-DC9E9AC20AB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680" cy="6867720"/>
            <a:chOff x="0" y="-8640"/>
            <a:chExt cx="12190680" cy="6867720"/>
          </a:xfrm>
        </p:grpSpPr>
        <p:cxnSp>
          <p:nvCxnSpPr>
            <p:cNvPr id="252" name="Straight Connector 19"/>
            <p:cNvCxnSpPr/>
            <p:nvPr/>
          </p:nvCxnSpPr>
          <p:spPr>
            <a:xfrm>
              <a:off x="9370800" y="0"/>
              <a:ext cx="1220760" cy="6859440"/>
            </a:xfrm>
            <a:prstGeom prst="straightConnector1">
              <a:avLst/>
            </a:prstGeom>
            <a:ln cap="rnd" w="9525">
              <a:solidFill>
                <a:srgbClr val="bfbfbf"/>
              </a:solidFill>
              <a:round/>
            </a:ln>
          </p:spPr>
        </p:cxnSp>
        <p:cxnSp>
          <p:nvCxnSpPr>
            <p:cNvPr id="25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5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B31EC29-991F-4220-97C3-1D79F8BB84E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680" cy="6867720"/>
            <a:chOff x="0" y="-8640"/>
            <a:chExt cx="12190680" cy="6867720"/>
          </a:xfrm>
        </p:grpSpPr>
        <p:cxnSp>
          <p:nvCxnSpPr>
            <p:cNvPr id="269" name="Straight Connector 19"/>
            <p:cNvCxnSpPr/>
            <p:nvPr/>
          </p:nvCxnSpPr>
          <p:spPr>
            <a:xfrm>
              <a:off x="9370800" y="0"/>
              <a:ext cx="1220760" cy="6859440"/>
            </a:xfrm>
            <a:prstGeom prst="straightConnector1">
              <a:avLst/>
            </a:prstGeom>
            <a:ln cap="rnd" w="9525">
              <a:solidFill>
                <a:srgbClr val="bfbfbf"/>
              </a:solidFill>
              <a:round/>
            </a:ln>
          </p:spPr>
        </p:cxnSp>
        <p:cxnSp>
          <p:nvCxnSpPr>
            <p:cNvPr id="2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80" name="PlaceHolder 2"/>
          <p:cNvSpPr>
            <a:spLocks noGrp="1"/>
          </p:cNvSpPr>
          <p:nvPr>
            <p:ph type="ftr" idx="4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81" name="PlaceHolder 3"/>
          <p:cNvSpPr>
            <a:spLocks noGrp="1"/>
          </p:cNvSpPr>
          <p:nvPr>
            <p:ph type="sldNum" idx="4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FF1042B-792E-4924-AEEC-C3BF3F585BA1}"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282" name="PlaceHolder 4"/>
          <p:cNvSpPr>
            <a:spLocks noGrp="1"/>
          </p:cNvSpPr>
          <p:nvPr>
            <p:ph type="dt" idx="48"/>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680" cy="6867720"/>
            <a:chOff x="0" y="-8640"/>
            <a:chExt cx="12190680" cy="6867720"/>
          </a:xfrm>
        </p:grpSpPr>
        <p:cxnSp>
          <p:nvCxnSpPr>
            <p:cNvPr id="286" name="Straight Connector 19"/>
            <p:cNvCxnSpPr/>
            <p:nvPr/>
          </p:nvCxnSpPr>
          <p:spPr>
            <a:xfrm>
              <a:off x="9370800" y="0"/>
              <a:ext cx="1220760" cy="6859440"/>
            </a:xfrm>
            <a:prstGeom prst="straightConnector1">
              <a:avLst/>
            </a:prstGeom>
            <a:ln cap="rnd" w="9525">
              <a:solidFill>
                <a:srgbClr val="bfbfbf"/>
              </a:solidFill>
              <a:round/>
            </a:ln>
          </p:spPr>
        </p:cxnSp>
        <p:cxnSp>
          <p:nvCxnSpPr>
            <p:cNvPr id="28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8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8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7"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8" name="PlaceHolder 3"/>
          <p:cNvSpPr>
            <a:spLocks noGrp="1"/>
          </p:cNvSpPr>
          <p:nvPr>
            <p:ph type="dt" idx="4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9" name="PlaceHolder 4"/>
          <p:cNvSpPr>
            <a:spLocks noGrp="1"/>
          </p:cNvSpPr>
          <p:nvPr>
            <p:ph type="ftr" idx="5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0" name="PlaceHolder 5"/>
          <p:cNvSpPr>
            <a:spLocks noGrp="1"/>
          </p:cNvSpPr>
          <p:nvPr>
            <p:ph type="sldNum" idx="5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F776BC8-6B88-45D1-9B8B-9F3D59A2782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371600" y="301680"/>
            <a:ext cx="7693200" cy="1068840"/>
          </a:xfrm>
          <a:prstGeom prst="rect">
            <a:avLst/>
          </a:prstGeom>
          <a:noFill/>
          <a:ln w="0">
            <a:noFill/>
          </a:ln>
        </p:spPr>
        <p:txBody>
          <a:bodyPr lIns="91440" rIns="91440" tIns="45720" bIns="45720" anchor="b">
            <a:normAutofit fontScale="77500" lnSpcReduction="19999"/>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 A Cloud-Based Data Leakage Prevention System Using Rule-Based Content Inspection</a:t>
            </a:r>
            <a:endParaRPr lang="en-US" sz="3200" b="0" u="none" strike="noStrike">
              <a:solidFill>
                <a:srgbClr val="000000"/>
              </a:solidFill>
              <a:effectLst/>
              <a:uFillTx/>
              <a:latin typeface="Noto Serif"/>
            </a:endParaRPr>
          </a:p>
        </p:txBody>
      </p:sp>
      <p:sp>
        <p:nvSpPr>
          <p:cNvPr id="350" name="PlaceHolder 2"/>
          <p:cNvSpPr>
            <a:spLocks noGrp="1"/>
          </p:cNvSpPr>
          <p:nvPr>
            <p:ph type="subTitle"/>
          </p:nvPr>
        </p:nvSpPr>
        <p:spPr>
          <a:xfrm>
            <a:off x="2081880" y="2558520"/>
            <a:ext cx="8500680" cy="2829240"/>
          </a:xfrm>
          <a:prstGeom prst="rect">
            <a:avLst/>
          </a:prstGeom>
          <a:noFill/>
          <a:ln w="0">
            <a:noFill/>
          </a:ln>
        </p:spPr>
        <p:txBody>
          <a:bodyPr lIns="91440" rIns="91440" tIns="45720" bIns="45720" anchor="t">
            <a:normAutofit lnSpcReduction="9999"/>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SABARIRAJA. S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RANJITH. P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SHANTHOSH. M</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ROHITH. V</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JAYANTHI. R,AP/IT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327600" y="463680"/>
            <a:ext cx="9272520" cy="639324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Cloud computing has become a primary platform for data storage and sharing, increasing the risk of sensitive data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Data leakage may occur due to misconfiguration, user negligence, or malicious activities.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This project presents a cloud-based Data Leakage Prevention (DLP) system that inspects data content before cloud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system uses rule-based content inspection techniques to identify sensitive information such as email IDs and passwords.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If sensitive data is detected, the system blocks the upload and records the violation.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proposed solution is lightweight, deterministic, and suitable for real-time cloud environments.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180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54" name="PlaceHolder 2"/>
          <p:cNvSpPr>
            <a:spLocks noGrp="1"/>
          </p:cNvSpPr>
          <p:nvPr>
            <p:ph/>
          </p:nvPr>
        </p:nvSpPr>
        <p:spPr>
          <a:xfrm>
            <a:off x="363600" y="727200"/>
            <a:ext cx="9038520" cy="57758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 platforms are widely used for storing personal, academic, and organizational 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Traditional cloud security mechanisms mainly focus on access control and encryption.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However, these mechanisms cannot prevent accidental or intentional data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Data Leakage Prevention (DLP) systems address this gap by inspecting data content.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Cloud-based DLP systems help organizations monitor, detect, and prevent sensitive data exposure.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focuses on implementing a simple and effective DLP mechanism for cloud environments.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p:nvPr>
        </p:nvSpPr>
        <p:spPr>
          <a:xfrm>
            <a:off x="254160" y="311040"/>
            <a:ext cx="8595000" cy="83088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56" name="Content Placeholder 6"/>
          <p:cNvSpPr/>
          <p:nvPr/>
        </p:nvSpPr>
        <p:spPr>
          <a:xfrm>
            <a:off x="685800" y="1412280"/>
            <a:ext cx="8080920" cy="270144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Sensitive data such as credentials and personal information can be unintentionally uploaded to cloud storage.</a:t>
            </a:r>
            <a:endParaRPr lang="en-US" sz="1800" b="0" u="none" strike="noStrike">
              <a:solidFill>
                <a:srgbClr val="000000"/>
              </a:solidFill>
              <a:effectLst/>
              <a:uFillTx/>
              <a:latin typeface="Noto Serif"/>
            </a:endParaRPr>
          </a:p>
          <a:p>
            <a:pPr marL="432000" indent="-324000" defTabSz="4572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Existing cloud security systems lack real-time content inspection mechanisms.</a:t>
            </a:r>
            <a:endParaRPr lang="en-US" sz="1800" b="0" u="none" strike="noStrike">
              <a:solidFill>
                <a:srgbClr val="000000"/>
              </a:solidFill>
              <a:effectLst/>
              <a:uFillTx/>
              <a:latin typeface="Noto Serif"/>
            </a:endParaRPr>
          </a:p>
          <a:p>
            <a:pPr marL="432000" indent="-324000" defTabSz="4572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Manual monitoring of data uploads is inefficient and error-prone.</a:t>
            </a:r>
            <a:endParaRPr lang="en-US" sz="1800" b="0" u="none" strike="noStrike">
              <a:solidFill>
                <a:srgbClr val="000000"/>
              </a:solidFill>
              <a:effectLst/>
              <a:uFillTx/>
              <a:latin typeface="Noto Serif"/>
            </a:endParaRPr>
          </a:p>
          <a:p>
            <a:pPr marL="432000" indent="-324000" defTabSz="4572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There is a need for a system that can automatically inspect data and prevent sensitive information leakage.</a:t>
            </a:r>
            <a:endParaRPr lang="en-US" sz="1800" b="0" u="none" strike="noStrike">
              <a:solidFill>
                <a:srgbClr val="000000"/>
              </a:solidFill>
              <a:effectLst/>
              <a:uFillTx/>
              <a:latin typeface="Noto Serif"/>
            </a:endParaRPr>
          </a:p>
          <a:p>
            <a:pPr marL="432000" indent="-324000" defTabSz="4572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The challenge is to design a solution that is efficient, scalable, and easy to integrate with cloud platforms.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OBJECTIVE :</a:t>
            </a:r>
            <a:endParaRPr lang="en-US" sz="3600" b="0" u="none" strike="noStrike">
              <a:solidFill>
                <a:srgbClr val="000000"/>
              </a:solidFill>
              <a:effectLst/>
              <a:uFillTx/>
              <a:latin typeface="Noto Serif"/>
            </a:endParaRPr>
          </a:p>
        </p:txBody>
      </p:sp>
      <p:sp>
        <p:nvSpPr>
          <p:cNvPr id="358" name="PlaceHolder 2"/>
          <p:cNvSpPr>
            <a:spLocks noGrp="1"/>
          </p:cNvSpPr>
          <p:nvPr>
            <p:ph/>
          </p:nvPr>
        </p:nvSpPr>
        <p:spPr>
          <a:xfrm>
            <a:off x="677160" y="1143000"/>
            <a:ext cx="8595360" cy="4439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cloud-based Data Leakage Prevention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sensitive information using rule-based content inspection.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prevent unauthorized or risky data uploads to cloud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implement a modular and configurable detection mechanism.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demonstrate a practical and lightweight cloud security solution.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340560" y="0"/>
            <a:ext cx="825480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60" name="PlaceHolder 2"/>
          <p:cNvSpPr>
            <a:spLocks noGrp="1"/>
          </p:cNvSpPr>
          <p:nvPr>
            <p:ph/>
          </p:nvPr>
        </p:nvSpPr>
        <p:spPr>
          <a:xfrm>
            <a:off x="750240" y="955080"/>
            <a:ext cx="8080920" cy="27014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 security mainly relies on</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Authentication and authorization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Encryption of stored 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Network-level security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No inspection of data content before storage.</a:t>
            </a:r>
            <a:endParaRPr lang="en-US" sz="1800" b="0" u="none" strike="noStrike">
              <a:solidFill>
                <a:srgbClr val="000000"/>
              </a:solidFill>
              <a:effectLst/>
              <a:uFillTx/>
              <a:latin typeface="Noto Serif"/>
            </a:endParaRPr>
          </a:p>
        </p:txBody>
      </p:sp>
      <p:sp>
        <p:nvSpPr>
          <p:cNvPr id="361" name="Rectangle 3"/>
          <p:cNvSpPr/>
          <p:nvPr/>
        </p:nvSpPr>
        <p:spPr>
          <a:xfrm>
            <a:off x="379440" y="3570120"/>
            <a:ext cx="350064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62" name="Content Placeholder 1"/>
          <p:cNvSpPr/>
          <p:nvPr/>
        </p:nvSpPr>
        <p:spPr>
          <a:xfrm>
            <a:off x="685800" y="4155840"/>
            <a:ext cx="8080920" cy="27014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Cannot prevent accidental data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No real-time inspection of uploaded 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visibility into sensitive data movement.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auditing is time-consuming.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risk of compliance violations and data breaches.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64" name="PlaceHolder 2"/>
          <p:cNvSpPr>
            <a:spLocks noGrp="1"/>
          </p:cNvSpPr>
          <p:nvPr>
            <p:ph/>
          </p:nvPr>
        </p:nvSpPr>
        <p:spPr>
          <a:xfrm>
            <a:off x="791640" y="945000"/>
            <a:ext cx="8595360" cy="2712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 cloud-based DLP system that inspects data before cloud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rule-based detection techniques to identify sensitive 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Blocks uploads that violate security policies.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Logs violations for audit and monitoring purposes.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Designed to work in real-time cloud environments.</a:t>
            </a:r>
            <a:endParaRPr lang="en-US" sz="1800" b="0" u="none" strike="noStrike">
              <a:solidFill>
                <a:srgbClr val="000000"/>
              </a:solidFill>
              <a:effectLst/>
              <a:uFillTx/>
              <a:latin typeface="Noto Serif"/>
            </a:endParaRPr>
          </a:p>
          <a:p>
            <a:pPr marL="343080" indent="0" defTabSz="457200">
              <a:lnSpc>
                <a:spcPct val="100000"/>
              </a:lnSpc>
              <a:spcBef>
                <a:spcPts val="1191"/>
              </a:spcBef>
              <a:spcAft>
                <a:spcPts val="992"/>
              </a:spcAft>
              <a:buNone/>
              <a:tabLst>
                <a:tab algn="l" pos="0"/>
              </a:tabLst>
            </a:pPr>
            <a:r>
              <a:rPr lang="en-US" sz="1800" b="0" u="none" strike="noStrike">
                <a:solidFill>
                  <a:schemeClr val="dk1">
                    <a:lumMod val="75000"/>
                    <a:lumOff val="25000"/>
                  </a:schemeClr>
                </a:solidFill>
                <a:effectLst/>
                <a:uFillTx/>
                <a:latin typeface="Trebuchet MS"/>
              </a:rPr>
              <a:t> </a:t>
            </a:r>
            <a:endParaRPr lang="en-US" sz="1800" b="0" u="none" strike="noStrike">
              <a:solidFill>
                <a:srgbClr val="000000"/>
              </a:solidFill>
              <a:effectLst/>
              <a:uFillTx/>
              <a:latin typeface="Noto Serif"/>
            </a:endParaRPr>
          </a:p>
        </p:txBody>
      </p:sp>
      <p:sp>
        <p:nvSpPr>
          <p:cNvPr id="365" name="Rectangle 4"/>
          <p:cNvSpPr/>
          <p:nvPr/>
        </p:nvSpPr>
        <p:spPr>
          <a:xfrm>
            <a:off x="184680" y="3560400"/>
            <a:ext cx="312120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66" name="Content Placeholder 4"/>
          <p:cNvSpPr/>
          <p:nvPr/>
        </p:nvSpPr>
        <p:spPr>
          <a:xfrm>
            <a:off x="791640" y="4114800"/>
            <a:ext cx="8595360" cy="27432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Improved Data Visibility and Control: Cloud DLP provides a comprehensive view of how data moves in, out, and within cloud services, identifying both authorized and unauthorized applications. It allows organizations to locate and classify sensitive information across distributed cloud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Policy Enforcement: Cloud DLP tools automate the detection and protection of data, implementing actions like blocking, encrypting, or quarantining sensitive information in real-time to prevent accidental or malicious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133200" y="228600"/>
            <a:ext cx="10153080" cy="68508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68" name=""/>
          <p:cNvSpPr/>
          <p:nvPr/>
        </p:nvSpPr>
        <p:spPr>
          <a:xfrm>
            <a:off x="3200400" y="1143000"/>
            <a:ext cx="3199680" cy="6850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69" name=""/>
          <p:cNvSpPr/>
          <p:nvPr/>
        </p:nvSpPr>
        <p:spPr>
          <a:xfrm>
            <a:off x="3200400" y="1143360"/>
            <a:ext cx="3199680" cy="6850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 Client / Application)</a:t>
            </a:r>
            <a:endParaRPr lang="en-US" sz="1800" b="0" u="none" strike="noStrike">
              <a:solidFill>
                <a:srgbClr val="000000"/>
              </a:solidFill>
              <a:effectLst/>
              <a:uFillTx/>
              <a:latin typeface="Noto Serif"/>
            </a:endParaRPr>
          </a:p>
        </p:txBody>
      </p:sp>
      <p:sp>
        <p:nvSpPr>
          <p:cNvPr id="370" name=""/>
          <p:cNvSpPr/>
          <p:nvPr/>
        </p:nvSpPr>
        <p:spPr>
          <a:xfrm>
            <a:off x="3200400" y="5029200"/>
            <a:ext cx="3199680" cy="685080"/>
          </a:xfrm>
          <a:prstGeom prst="roundRect">
            <a:avLst>
              <a:gd name="adj" fmla="val 16667"/>
            </a:avLst>
          </a:prstGeom>
          <a:solidFill>
            <a:srgbClr val="c921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rPr>
              <a:t>Upload Block</a:t>
            </a:r>
            <a:endParaRPr lang="en-US" sz="1800" b="0" u="none" strike="noStrike">
              <a:solidFill>
                <a:srgbClr val="ffffff"/>
              </a:solidFill>
              <a:effectLst/>
              <a:uFillTx/>
              <a:latin typeface="Noto Serif"/>
            </a:endParaRPr>
          </a:p>
        </p:txBody>
      </p:sp>
      <p:sp>
        <p:nvSpPr>
          <p:cNvPr id="371" name=""/>
          <p:cNvSpPr/>
          <p:nvPr/>
        </p:nvSpPr>
        <p:spPr>
          <a:xfrm>
            <a:off x="6858000" y="3429000"/>
            <a:ext cx="3199680" cy="6850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Security Policies</a:t>
            </a:r>
            <a:endParaRPr lang="en-US" sz="1800" b="0" u="none" strike="noStrike">
              <a:solidFill>
                <a:srgbClr val="000000"/>
              </a:solidFill>
              <a:effectLst/>
              <a:uFillTx/>
              <a:latin typeface="Noto Serif"/>
            </a:endParaRPr>
          </a:p>
        </p:txBody>
      </p:sp>
      <p:sp>
        <p:nvSpPr>
          <p:cNvPr id="372" name=""/>
          <p:cNvSpPr/>
          <p:nvPr/>
        </p:nvSpPr>
        <p:spPr>
          <a:xfrm>
            <a:off x="6858000" y="5715000"/>
            <a:ext cx="3199680" cy="68508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Cloud Storage</a:t>
            </a:r>
            <a:endParaRPr lang="en-US" sz="1800" b="0" u="none" strike="noStrike">
              <a:solidFill>
                <a:srgbClr val="000000"/>
              </a:solidFill>
              <a:effectLst/>
              <a:uFillTx/>
              <a:latin typeface="Noto Serif"/>
            </a:endParaRPr>
          </a:p>
        </p:txBody>
      </p:sp>
      <p:sp>
        <p:nvSpPr>
          <p:cNvPr id="373" name=""/>
          <p:cNvSpPr/>
          <p:nvPr/>
        </p:nvSpPr>
        <p:spPr>
          <a:xfrm>
            <a:off x="3200400" y="6172200"/>
            <a:ext cx="3199680" cy="685080"/>
          </a:xfrm>
          <a:prstGeom prst="roundRect">
            <a:avLst>
              <a:gd name="adj" fmla="val 16667"/>
            </a:avLst>
          </a:prstGeom>
          <a:solidFill>
            <a:srgbClr val="666666"/>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rPr>
              <a:t>Log Violation</a:t>
            </a:r>
            <a:endParaRPr lang="en-US" sz="1800" b="0" u="none" strike="noStrike">
              <a:solidFill>
                <a:srgbClr val="ffffff"/>
              </a:solidFill>
              <a:effectLst/>
              <a:uFillTx/>
              <a:latin typeface="Noto Serif"/>
            </a:endParaRPr>
          </a:p>
        </p:txBody>
      </p:sp>
      <p:sp>
        <p:nvSpPr>
          <p:cNvPr id="374" name=""/>
          <p:cNvSpPr/>
          <p:nvPr/>
        </p:nvSpPr>
        <p:spPr>
          <a:xfrm>
            <a:off x="3200400" y="2057400"/>
            <a:ext cx="3199680" cy="68508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DLP Inspection Engine</a:t>
            </a:r>
            <a:endParaRPr lang="en-US" sz="1800" b="0" u="none" strike="noStrike">
              <a:solidFill>
                <a:srgbClr val="000000"/>
              </a:solidFill>
              <a:effectLst/>
              <a:uFillTx/>
              <a:latin typeface="Noto Serif"/>
            </a:endParaRPr>
          </a:p>
        </p:txBody>
      </p:sp>
      <p:sp>
        <p:nvSpPr>
          <p:cNvPr id="375" name=""/>
          <p:cNvSpPr/>
          <p:nvPr/>
        </p:nvSpPr>
        <p:spPr>
          <a:xfrm>
            <a:off x="3429000" y="3200400"/>
            <a:ext cx="2742480" cy="1370880"/>
          </a:xfrm>
          <a:prstGeom prst="diamond">
            <a:avLst/>
          </a:prstGeom>
          <a:solidFill>
            <a:srgbClr val="ffff38"/>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Is it Sensitive data ?</a:t>
            </a:r>
            <a:endParaRPr lang="en-US" sz="1800" b="0" u="none" strike="noStrike">
              <a:solidFill>
                <a:srgbClr val="000000"/>
              </a:solidFill>
              <a:effectLst/>
              <a:uFillTx/>
              <a:latin typeface="Noto Serif"/>
            </a:endParaRPr>
          </a:p>
        </p:txBody>
      </p:sp>
      <p:sp>
        <p:nvSpPr>
          <p:cNvPr id="376" name=""/>
          <p:cNvSpPr/>
          <p:nvPr/>
        </p:nvSpPr>
        <p:spPr>
          <a:xfrm>
            <a:off x="6858000" y="4572000"/>
            <a:ext cx="3199680" cy="68508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ffffff"/>
                </a:solidFill>
                <a:effectLst/>
                <a:uFillTx/>
                <a:latin typeface="Noto Serif"/>
              </a:rPr>
              <a:t>Logging and Monitoring</a:t>
            </a:r>
            <a:endParaRPr lang="en-US" sz="1800" b="0" u="none" strike="noStrike">
              <a:solidFill>
                <a:srgbClr val="ffffff"/>
              </a:solidFill>
              <a:effectLst/>
              <a:uFillTx/>
              <a:latin typeface="Noto Serif"/>
            </a:endParaRPr>
          </a:p>
        </p:txBody>
      </p:sp>
      <p:sp>
        <p:nvSpPr>
          <p:cNvPr id="377" name=""/>
          <p:cNvSpPr/>
          <p:nvPr/>
        </p:nvSpPr>
        <p:spPr>
          <a:xfrm flipV="1">
            <a:off x="4800600" y="1828800"/>
            <a:ext cx="360" cy="2286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8" name=""/>
          <p:cNvSpPr/>
          <p:nvPr/>
        </p:nvSpPr>
        <p:spPr>
          <a:xfrm flipV="1">
            <a:off x="4800600" y="45720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9" name=""/>
          <p:cNvSpPr/>
          <p:nvPr/>
        </p:nvSpPr>
        <p:spPr>
          <a:xfrm flipV="1">
            <a:off x="4800600" y="27432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0" name=""/>
          <p:cNvSpPr/>
          <p:nvPr/>
        </p:nvSpPr>
        <p:spPr>
          <a:xfrm flipH="1">
            <a:off x="6172200" y="3886200"/>
            <a:ext cx="685800" cy="36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1" name=""/>
          <p:cNvSpPr/>
          <p:nvPr/>
        </p:nvSpPr>
        <p:spPr>
          <a:xfrm flipV="1">
            <a:off x="8458200" y="52578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2" name=""/>
          <p:cNvSpPr/>
          <p:nvPr/>
        </p:nvSpPr>
        <p:spPr>
          <a:xfrm flipV="1">
            <a:off x="4800600" y="57150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3" name=""/>
          <p:cNvSpPr/>
          <p:nvPr/>
        </p:nvSpPr>
        <p:spPr>
          <a:xfrm flipV="1">
            <a:off x="8458200" y="4114800"/>
            <a:ext cx="360" cy="457200"/>
          </a:xfrm>
          <a:prstGeom prst="line">
            <a:avLst/>
          </a:prstGeom>
          <a:ln w="0">
            <a:solidFill>
              <a:srgbClr val="3465a4"/>
            </a:solidFill>
            <a:head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4" name=""/>
          <p:cNvSpPr/>
          <p:nvPr/>
        </p:nvSpPr>
        <p:spPr>
          <a:xfrm>
            <a:off x="5029200" y="4572000"/>
            <a:ext cx="416880" cy="2973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rPr>
              <a:t>yes</a:t>
            </a:r>
            <a:endParaRPr lang="en-US" sz="1200" b="0" u="none" strike="noStrike">
              <a:solidFill>
                <a:srgbClr val="000000"/>
              </a:solidFill>
              <a:effectLst/>
              <a:uFillTx/>
              <a:latin typeface="Noto Serif"/>
            </a:endParaRPr>
          </a:p>
        </p:txBody>
      </p:sp>
      <p:sp>
        <p:nvSpPr>
          <p:cNvPr id="385" name=""/>
          <p:cNvSpPr/>
          <p:nvPr/>
        </p:nvSpPr>
        <p:spPr>
          <a:xfrm>
            <a:off x="6171840" y="3429000"/>
            <a:ext cx="384480" cy="297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200" b="0" u="none" strike="noStrike">
                <a:solidFill>
                  <a:srgbClr val="000000"/>
                </a:solidFill>
                <a:effectLst/>
                <a:uFillTx/>
                <a:latin typeface="Noto Serif"/>
              </a:rPr>
              <a:t>No</a:t>
            </a:r>
            <a:endParaRPr lang="en-US" sz="12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7" name="PlaceHolder 2"/>
          <p:cNvSpPr>
            <a:spLocks noGrp="1"/>
          </p:cNvSpPr>
          <p:nvPr>
            <p:ph/>
          </p:nvPr>
        </p:nvSpPr>
        <p:spPr>
          <a:xfrm>
            <a:off x="266400" y="205560"/>
            <a:ext cx="8595360" cy="61992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88" name="Rectangle 4"/>
          <p:cNvSpPr/>
          <p:nvPr/>
        </p:nvSpPr>
        <p:spPr>
          <a:xfrm>
            <a:off x="275760" y="3599280"/>
            <a:ext cx="303048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9" name="Content Placeholder 5"/>
          <p:cNvSpPr/>
          <p:nvPr/>
        </p:nvSpPr>
        <p:spPr>
          <a:xfrm>
            <a:off x="677520" y="1371600"/>
            <a:ext cx="8595360" cy="387936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Data Ingestion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Content Inspection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Management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Logging and Monitoring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28260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91" name="PlaceHolder 2"/>
          <p:cNvSpPr>
            <a:spLocks noGrp="1"/>
          </p:cNvSpPr>
          <p:nvPr>
            <p:ph/>
          </p:nvPr>
        </p:nvSpPr>
        <p:spPr>
          <a:xfrm>
            <a:off x="776160" y="1600200"/>
            <a:ext cx="8595360" cy="387936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Acts as the entry point for data uploads.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Accepts user input or file content.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Sends data to the DLP inspection engine.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Does not store data directly.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Ensures all uploads pass through security inspection.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Helps simulate real-world cloud upload scenarios.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7452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93" name="PlaceHolder 2"/>
          <p:cNvSpPr>
            <a:spLocks noGrp="1"/>
          </p:cNvSpPr>
          <p:nvPr>
            <p:ph/>
          </p:nvPr>
        </p:nvSpPr>
        <p:spPr>
          <a:xfrm>
            <a:off x="667080" y="1266840"/>
            <a:ext cx="8595360" cy="387936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successfully demonstrates a cloud-based Data Leakage Prevention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Rule-based content inspection effectively prevents sensitive data exposure.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is lightweight, scalable, and suitable for real-time applications.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modular design allows future enhancements such as machine learning-based detection.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solution strengthens cloud data security and reduces the risk of data breaches.</a:t>
            </a:r>
            <a:endParaRPr lang="en-US" sz="1800" b="0" u="none" strike="noStrike">
              <a:solidFill>
                <a:srgbClr val="000000"/>
              </a:solidFill>
              <a:effectLst/>
              <a:uFillTx/>
              <a:latin typeface="Noto Serif"/>
            </a:endParaRPr>
          </a:p>
        </p:txBody>
      </p:sp>
      <p:sp>
        <p:nvSpPr>
          <p:cNvPr id="394" name="Cloud Callout 3"/>
          <p:cNvSpPr/>
          <p:nvPr/>
        </p:nvSpPr>
        <p:spPr>
          <a:xfrm>
            <a:off x="2986560" y="5048640"/>
            <a:ext cx="4658040" cy="127296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404</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2026-02-06T04:31:03Z</dcterms:modified>
  <cp:revision>17</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