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4.xml" ContentType="application/vnd.openxmlformats-officedocument.presentationml.slideMaster+xml"/>
  <Override PartName="/ppt/slideMasters/slideMaster18.xml" ContentType="application/vnd.openxmlformats-officedocument.presentationml.slideMaster+xml"/>
  <Override PartName="/ppt/slideMasters/slideMaster12.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slideMasters/slideMaster15.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3.xml" ContentType="application/vnd.openxmlformats-officedocument.presentationml.slideMaster+xml"/>
  <Override PartName="/ppt/slideMasters/slideMaster8.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10.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15.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20.xml" ContentType="application/vnd.openxmlformats-officedocument.theme+xml"/>
  <Override PartName="/ppt/theme/theme2.xml" ContentType="application/vnd.openxmlformats-officedocument.theme+xml"/>
  <Override PartName="/ppt/theme/theme8.xml" ContentType="application/vnd.openxmlformats-officedocument.theme+xml"/>
  <Override PartName="/ppt/theme/theme14.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7" r:id="rId6"/>
    <p:sldMasterId id="2147483659" r:id="rId7"/>
    <p:sldMasterId id="2147483661" r:id="rId8"/>
    <p:sldMasterId id="2147483663" r:id="rId9"/>
    <p:sldMasterId id="2147483665" r:id="rId10"/>
    <p:sldMasterId id="2147483667" r:id="rId11"/>
    <p:sldMasterId id="2147483669" r:id="rId12"/>
    <p:sldMasterId id="2147483671" r:id="rId13"/>
    <p:sldMasterId id="2147483673" r:id="rId14"/>
    <p:sldMasterId id="2147483675" r:id="rId15"/>
    <p:sldMasterId id="2147483677" r:id="rId16"/>
    <p:sldMasterId id="2147483679" r:id="rId17"/>
    <p:sldMasterId id="2147483681" r:id="rId18"/>
    <p:sldMasterId id="2147483683" r:id="rId19"/>
    <p:sldMasterId id="2147483685" r:id="rId20"/>
    <p:sldMasterId id="2147483687" r:id="rId21"/>
  </p:sldMasterIdLst>
  <p:notesMasterIdLst>
    <p:notesMasterId r:id="rId22"/>
  </p:notesMasterIdLst>
  <p:sldIdLst>
    <p:sldId id="256" r:id="rId23"/>
    <p:sldId id="257" r:id="rId24"/>
    <p:sldId id="258" r:id="rId25"/>
    <p:sldId id="259" r:id="rId26"/>
    <p:sldId id="260" r:id="rId27"/>
    <p:sldId id="261" r:id="rId28"/>
    <p:sldId id="262" r:id="rId29"/>
    <p:sldId id="263" r:id="rId30"/>
    <p:sldId id="264" r:id="rId31"/>
    <p:sldId id="265" r:id="rId32"/>
    <p:sldId id="266" r:id="rId3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8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8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87" name="PlaceHolder 4"/>
          <p:cNvSpPr>
            <a:spLocks noGrp="1"/>
          </p:cNvSpPr>
          <p:nvPr>
            <p:ph type="dt" idx="6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88" name="PlaceHolder 5"/>
          <p:cNvSpPr>
            <a:spLocks noGrp="1"/>
          </p:cNvSpPr>
          <p:nvPr>
            <p:ph type="ftr" idx="6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89" name="PlaceHolder 6"/>
          <p:cNvSpPr>
            <a:spLocks noGrp="1"/>
          </p:cNvSpPr>
          <p:nvPr>
            <p:ph type="sldNum" idx="6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BFE31161-1339-4268-A070-EDA3D8047CAE}"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380880" y="685800"/>
            <a:ext cx="6094080" cy="3427200"/>
          </a:xfrm>
          <a:prstGeom prst="rect">
            <a:avLst/>
          </a:prstGeom>
          <a:ln w="0">
            <a:noFill/>
          </a:ln>
        </p:spPr>
      </p:sp>
      <p:sp>
        <p:nvSpPr>
          <p:cNvPr id="437" name="PlaceHolder 2"/>
          <p:cNvSpPr>
            <a:spLocks noGrp="1"/>
          </p:cNvSpPr>
          <p:nvPr>
            <p:ph type="body"/>
          </p:nvPr>
        </p:nvSpPr>
        <p:spPr>
          <a:xfrm>
            <a:off x="685800" y="4343400"/>
            <a:ext cx="5484600" cy="411300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438" name="PlaceHolder 3"/>
          <p:cNvSpPr>
            <a:spLocks noGrp="1"/>
          </p:cNvSpPr>
          <p:nvPr>
            <p:ph type="sldNum" idx="64"/>
          </p:nvPr>
        </p:nvSpPr>
        <p:spPr>
          <a:xfrm>
            <a:off x="3884760" y="8685360"/>
            <a:ext cx="297000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9287D3A8-91DA-42C4-AB1C-711798363109}"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7523160-20C2-43B0-94FE-A9C12F7D8BF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1"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2" name="PlaceHolder 2"/>
          <p:cNvSpPr>
            <a:spLocks noGrp="1"/>
          </p:cNvSpPr>
          <p:nvPr>
            <p:ph type="subTitle"/>
          </p:nvPr>
        </p:nvSpPr>
        <p:spPr>
          <a:xfrm>
            <a:off x="677160" y="2160720"/>
            <a:ext cx="8595000" cy="387900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04263FE-543E-45CD-B7B0-64D098541FC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49"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50"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9D9DC3F-92BE-4BC3-9B94-40981C9E3309}"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ection Header">
    <p:spTree>
      <p:nvGrpSpPr>
        <p:cNvPr id="1" name=""/>
        <p:cNvGrpSpPr/>
        <p:nvPr/>
      </p:nvGrpSpPr>
      <p:grpSpPr>
        <a:xfrm>
          <a:off x="0" y="0"/>
          <a:ext cx="0" cy="0"/>
          <a:chOff x="0" y="0"/>
          <a:chExt cx="0" cy="0"/>
        </a:xfrm>
      </p:grpSpPr>
      <p:sp>
        <p:nvSpPr>
          <p:cNvPr id="67"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68"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26E25B8C-ABCB-4B10-9A3C-A6FEA25EC046}"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87"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26B1AD6B-7B93-4F82-AE86-6C8B4ACBE4F2}"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mparison">
    <p:spTree>
      <p:nvGrpSpPr>
        <p:cNvPr id="1" name=""/>
        <p:cNvGrpSpPr/>
        <p:nvPr/>
      </p:nvGrpSpPr>
      <p:grpSpPr>
        <a:xfrm>
          <a:off x="0" y="0"/>
          <a:ext cx="0" cy="0"/>
          <a:chOff x="0" y="0"/>
          <a:chExt cx="0" cy="0"/>
        </a:xfrm>
      </p:grpSpPr>
      <p:sp>
        <p:nvSpPr>
          <p:cNvPr id="107"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08"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6C178283-96AD-477D-A757-94514A4F1979}"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124"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25"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441F1C70-AA1A-4697-9124-97BCC80969ED}" type="slidenum">
              <a:t>&lt;#&gt;</a:t>
            </a:fld>
          </a:p>
        </p:txBody>
      </p:sp>
      <p:sp>
        <p:nvSpPr>
          <p:cNvPr id="6" name="PlaceHolder 5"/>
          <p:cNvSpPr>
            <a:spLocks noGrp="1"/>
          </p:cNvSpPr>
          <p:nvPr>
            <p:ph type="dt" idx="16"/>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ntent with Caption">
    <p:spTree>
      <p:nvGrpSpPr>
        <p:cNvPr id="1" name=""/>
        <p:cNvGrpSpPr/>
        <p:nvPr/>
      </p:nvGrpSpPr>
      <p:grpSpPr>
        <a:xfrm>
          <a:off x="0" y="0"/>
          <a:ext cx="0" cy="0"/>
          <a:chOff x="0" y="0"/>
          <a:chExt cx="0" cy="0"/>
        </a:xfrm>
      </p:grpSpPr>
      <p:sp>
        <p:nvSpPr>
          <p:cNvPr id="143"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44"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37F43023-CDE5-4FDF-A0CA-162FDB23A290}" type="slidenum">
              <a:t>&lt;#&gt;</a:t>
            </a:fld>
          </a:p>
        </p:txBody>
      </p:sp>
      <p:sp>
        <p:nvSpPr>
          <p:cNvPr id="6" name="PlaceHolder 5"/>
          <p:cNvSpPr>
            <a:spLocks noGrp="1"/>
          </p:cNvSpPr>
          <p:nvPr>
            <p:ph type="dt" idx="19"/>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icture with Caption">
    <p:spTree>
      <p:nvGrpSpPr>
        <p:cNvPr id="1" name=""/>
        <p:cNvGrpSpPr/>
        <p:nvPr/>
      </p:nvGrpSpPr>
      <p:grpSpPr>
        <a:xfrm>
          <a:off x="0" y="0"/>
          <a:ext cx="0" cy="0"/>
          <a:chOff x="0" y="0"/>
          <a:chExt cx="0" cy="0"/>
        </a:xfrm>
      </p:grpSpPr>
      <p:sp>
        <p:nvSpPr>
          <p:cNvPr id="162"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63"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23"/>
          </p:nvPr>
        </p:nvSpPr>
        <p:spPr/>
        <p:txBody>
          <a:bodyPr/>
          <a:p>
            <a:r>
              <a:t>Footer</a:t>
            </a:r>
          </a:p>
        </p:txBody>
      </p:sp>
      <p:sp>
        <p:nvSpPr>
          <p:cNvPr id="5" name="PlaceHolder 4"/>
          <p:cNvSpPr>
            <a:spLocks noGrp="1"/>
          </p:cNvSpPr>
          <p:nvPr>
            <p:ph type="sldNum" idx="24"/>
          </p:nvPr>
        </p:nvSpPr>
        <p:spPr/>
        <p:txBody>
          <a:bodyPr/>
          <a:p>
            <a:fld id="{95C11161-7822-4F15-9042-5A92E4BCA11A}" type="slidenum">
              <a:t>&lt;#&gt;</a:t>
            </a:fld>
          </a:p>
        </p:txBody>
      </p:sp>
      <p:sp>
        <p:nvSpPr>
          <p:cNvPr id="6" name="PlaceHolder 5"/>
          <p:cNvSpPr>
            <a:spLocks noGrp="1"/>
          </p:cNvSpPr>
          <p:nvPr>
            <p:ph type="dt" idx="22"/>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aption">
    <p:spTree>
      <p:nvGrpSpPr>
        <p:cNvPr id="1" name=""/>
        <p:cNvGrpSpPr/>
        <p:nvPr/>
      </p:nvGrpSpPr>
      <p:grpSpPr>
        <a:xfrm>
          <a:off x="0" y="0"/>
          <a:ext cx="0" cy="0"/>
          <a:chOff x="0" y="0"/>
          <a:chExt cx="0" cy="0"/>
        </a:xfrm>
      </p:grpSpPr>
      <p:sp>
        <p:nvSpPr>
          <p:cNvPr id="180"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181"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F9A84773-184E-4686-B72E-91E7EBBC6014}" type="slidenum">
              <a:t>&lt;#&gt;</a:t>
            </a:fld>
          </a:p>
        </p:txBody>
      </p:sp>
      <p:sp>
        <p:nvSpPr>
          <p:cNvPr id="6" name="PlaceHolder 5"/>
          <p:cNvSpPr>
            <a:spLocks noGrp="1"/>
          </p:cNvSpPr>
          <p:nvPr>
            <p:ph type="dt" idx="25"/>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with Caption">
    <p:spTree>
      <p:nvGrpSpPr>
        <p:cNvPr id="1" name=""/>
        <p:cNvGrpSpPr/>
        <p:nvPr/>
      </p:nvGrpSpPr>
      <p:grpSpPr>
        <a:xfrm>
          <a:off x="0" y="0"/>
          <a:ext cx="0" cy="0"/>
          <a:chOff x="0" y="0"/>
          <a:chExt cx="0" cy="0"/>
        </a:xfrm>
      </p:grpSpPr>
      <p:sp>
        <p:nvSpPr>
          <p:cNvPr id="201"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02"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CEC857BE-4630-4F07-9C3B-A97EEE2DC9AF}" type="slidenum">
              <a:t>&lt;#&gt;</a:t>
            </a:fld>
          </a:p>
        </p:txBody>
      </p:sp>
      <p:sp>
        <p:nvSpPr>
          <p:cNvPr id="6" name="PlaceHolder 5"/>
          <p:cNvSpPr>
            <a:spLocks noGrp="1"/>
          </p:cNvSpPr>
          <p:nvPr>
            <p:ph type="dt" idx="28"/>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Name Card">
    <p:spTree>
      <p:nvGrpSpPr>
        <p:cNvPr id="1" name=""/>
        <p:cNvGrpSpPr/>
        <p:nvPr/>
      </p:nvGrpSpPr>
      <p:grpSpPr>
        <a:xfrm>
          <a:off x="0" y="0"/>
          <a:ext cx="0" cy="0"/>
          <a:chOff x="0" y="0"/>
          <a:chExt cx="0" cy="0"/>
        </a:xfrm>
      </p:grpSpPr>
      <p:sp>
        <p:nvSpPr>
          <p:cNvPr id="219"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20"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32"/>
          </p:nvPr>
        </p:nvSpPr>
        <p:spPr/>
        <p:txBody>
          <a:bodyPr/>
          <a:p>
            <a:r>
              <a:t>Footer</a:t>
            </a:r>
          </a:p>
        </p:txBody>
      </p:sp>
      <p:sp>
        <p:nvSpPr>
          <p:cNvPr id="5" name="PlaceHolder 4"/>
          <p:cNvSpPr>
            <a:spLocks noGrp="1"/>
          </p:cNvSpPr>
          <p:nvPr>
            <p:ph type="sldNum" idx="33"/>
          </p:nvPr>
        </p:nvSpPr>
        <p:spPr/>
        <p:txBody>
          <a:bodyPr/>
          <a:p>
            <a:fld id="{945A32E4-6C91-4F71-BC2C-7B11848EF289}" type="slidenum">
              <a:t>&lt;#&gt;</a:t>
            </a:fld>
          </a:p>
        </p:txBody>
      </p:sp>
      <p:sp>
        <p:nvSpPr>
          <p:cNvPr id="6" name="PlaceHolder 5"/>
          <p:cNvSpPr>
            <a:spLocks noGrp="1"/>
          </p:cNvSpPr>
          <p:nvPr>
            <p:ph type="dt" idx="3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Name Card">
    <p:spTree>
      <p:nvGrpSpPr>
        <p:cNvPr id="1" name=""/>
        <p:cNvGrpSpPr/>
        <p:nvPr/>
      </p:nvGrpSpPr>
      <p:grpSpPr>
        <a:xfrm>
          <a:off x="0" y="0"/>
          <a:ext cx="0" cy="0"/>
          <a:chOff x="0" y="0"/>
          <a:chExt cx="0" cy="0"/>
        </a:xfrm>
      </p:grpSpPr>
      <p:sp>
        <p:nvSpPr>
          <p:cNvPr id="240"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41"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35"/>
          </p:nvPr>
        </p:nvSpPr>
        <p:spPr/>
        <p:txBody>
          <a:bodyPr/>
          <a:p>
            <a:r>
              <a:t>Footer</a:t>
            </a:r>
          </a:p>
        </p:txBody>
      </p:sp>
      <p:sp>
        <p:nvSpPr>
          <p:cNvPr id="5" name="PlaceHolder 4"/>
          <p:cNvSpPr>
            <a:spLocks noGrp="1"/>
          </p:cNvSpPr>
          <p:nvPr>
            <p:ph type="sldNum" idx="36"/>
          </p:nvPr>
        </p:nvSpPr>
        <p:spPr/>
        <p:txBody>
          <a:bodyPr/>
          <a:p>
            <a:fld id="{82D7FBD0-A8F3-4D71-8AD0-9D431B1ED23F}" type="slidenum">
              <a:t>&lt;#&gt;</a:t>
            </a:fld>
          </a:p>
        </p:txBody>
      </p:sp>
      <p:sp>
        <p:nvSpPr>
          <p:cNvPr id="6" name="PlaceHolder 5"/>
          <p:cNvSpPr>
            <a:spLocks noGrp="1"/>
          </p:cNvSpPr>
          <p:nvPr>
            <p:ph type="dt" idx="3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rue or False">
    <p:spTree>
      <p:nvGrpSpPr>
        <p:cNvPr id="1" name=""/>
        <p:cNvGrpSpPr/>
        <p:nvPr/>
      </p:nvGrpSpPr>
      <p:grpSpPr>
        <a:xfrm>
          <a:off x="0" y="0"/>
          <a:ext cx="0" cy="0"/>
          <a:chOff x="0" y="0"/>
          <a:chExt cx="0" cy="0"/>
        </a:xfrm>
      </p:grpSpPr>
      <p:sp>
        <p:nvSpPr>
          <p:cNvPr id="259"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0"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38"/>
          </p:nvPr>
        </p:nvSpPr>
        <p:spPr/>
        <p:txBody>
          <a:bodyPr/>
          <a:p>
            <a:r>
              <a:t>Footer</a:t>
            </a:r>
          </a:p>
        </p:txBody>
      </p:sp>
      <p:sp>
        <p:nvSpPr>
          <p:cNvPr id="5" name="PlaceHolder 4"/>
          <p:cNvSpPr>
            <a:spLocks noGrp="1"/>
          </p:cNvSpPr>
          <p:nvPr>
            <p:ph type="sldNum" idx="39"/>
          </p:nvPr>
        </p:nvSpPr>
        <p:spPr/>
        <p:txBody>
          <a:bodyPr/>
          <a:p>
            <a:fld id="{3DDA973B-A236-4B50-B18F-7A6605EF3B49}" type="slidenum">
              <a:t>&lt;#&gt;</a:t>
            </a:fld>
          </a:p>
        </p:txBody>
      </p:sp>
      <p:sp>
        <p:nvSpPr>
          <p:cNvPr id="6" name="PlaceHolder 5"/>
          <p:cNvSpPr>
            <a:spLocks noGrp="1"/>
          </p:cNvSpPr>
          <p:nvPr>
            <p:ph type="dt" idx="37"/>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277"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78"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1"/>
          </p:nvPr>
        </p:nvSpPr>
        <p:spPr/>
        <p:txBody>
          <a:bodyPr/>
          <a:p>
            <a:r>
              <a:t>Footer</a:t>
            </a:r>
          </a:p>
        </p:txBody>
      </p:sp>
      <p:sp>
        <p:nvSpPr>
          <p:cNvPr id="5" name="PlaceHolder 4"/>
          <p:cNvSpPr>
            <a:spLocks noGrp="1"/>
          </p:cNvSpPr>
          <p:nvPr>
            <p:ph type="sldNum" idx="42"/>
          </p:nvPr>
        </p:nvSpPr>
        <p:spPr/>
        <p:txBody>
          <a:bodyPr/>
          <a:p>
            <a:fld id="{83040134-35DA-4174-9608-A8EBC6AF3159}" type="slidenum">
              <a:t>&lt;#&gt;</a:t>
            </a:fld>
          </a:p>
        </p:txBody>
      </p:sp>
      <p:sp>
        <p:nvSpPr>
          <p:cNvPr id="6" name="PlaceHolder 5"/>
          <p:cNvSpPr>
            <a:spLocks noGrp="1"/>
          </p:cNvSpPr>
          <p:nvPr>
            <p:ph type="dt" idx="40"/>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95"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66C1BD1B-63D9-4DFD-A44D-1F904E828F81}"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311"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12"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C12AA29B-7DB6-41A5-A10F-39E9F3955B3E}"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328"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29"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9D55A274-D6CD-4014-A7B8-E7E70F2785A4}"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346"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47"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3"/>
          </p:nvPr>
        </p:nvSpPr>
        <p:spPr/>
        <p:txBody>
          <a:bodyPr/>
          <a:p>
            <a:r>
              <a:t>Footer</a:t>
            </a:r>
          </a:p>
        </p:txBody>
      </p:sp>
      <p:sp>
        <p:nvSpPr>
          <p:cNvPr id="5" name="PlaceHolder 4"/>
          <p:cNvSpPr>
            <a:spLocks noGrp="1"/>
          </p:cNvSpPr>
          <p:nvPr>
            <p:ph type="sldNum" idx="54"/>
          </p:nvPr>
        </p:nvSpPr>
        <p:spPr/>
        <p:txBody>
          <a:bodyPr/>
          <a:p>
            <a:fld id="{0F3C9601-6A96-42DA-81F3-E0C3C06C3EA0}" type="slidenum">
              <a:t>&lt;#&gt;</a:t>
            </a:fld>
          </a:p>
        </p:txBody>
      </p:sp>
      <p:sp>
        <p:nvSpPr>
          <p:cNvPr id="6" name="PlaceHolder 5"/>
          <p:cNvSpPr>
            <a:spLocks noGrp="1"/>
          </p:cNvSpPr>
          <p:nvPr>
            <p:ph type="dt" idx="52"/>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364"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65"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6"/>
          </p:nvPr>
        </p:nvSpPr>
        <p:spPr/>
        <p:txBody>
          <a:bodyPr/>
          <a:p>
            <a:r>
              <a:t>Footer</a:t>
            </a:r>
          </a:p>
        </p:txBody>
      </p:sp>
      <p:sp>
        <p:nvSpPr>
          <p:cNvPr id="5" name="PlaceHolder 4"/>
          <p:cNvSpPr>
            <a:spLocks noGrp="1"/>
          </p:cNvSpPr>
          <p:nvPr>
            <p:ph type="sldNum" idx="57"/>
          </p:nvPr>
        </p:nvSpPr>
        <p:spPr/>
        <p:txBody>
          <a:bodyPr/>
          <a:p>
            <a:fld id="{2234ACEF-99E0-487F-BE5D-4724D589E9F8}" type="slidenum">
              <a:t>&lt;#&gt;</a:t>
            </a:fld>
          </a:p>
        </p:txBody>
      </p:sp>
      <p:sp>
        <p:nvSpPr>
          <p:cNvPr id="6" name="PlaceHolder 5"/>
          <p:cNvSpPr>
            <a:spLocks noGrp="1"/>
          </p:cNvSpPr>
          <p:nvPr>
            <p:ph type="dt" idx="55"/>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p:spTree>
      <p:nvGrpSpPr>
        <p:cNvPr id="1" name=""/>
        <p:cNvGrpSpPr/>
        <p:nvPr/>
      </p:nvGrpSpPr>
      <p:grpSpPr>
        <a:xfrm>
          <a:off x="0" y="0"/>
          <a:ext cx="0" cy="0"/>
          <a:chOff x="0" y="0"/>
          <a:chExt cx="0" cy="0"/>
        </a:xfrm>
      </p:grpSpPr>
      <p:sp>
        <p:nvSpPr>
          <p:cNvPr id="382" name="PlaceHolder 1"/>
          <p:cNvSpPr>
            <a:spLocks noGrp="1"/>
          </p:cNvSpPr>
          <p:nvPr>
            <p:ph type="title"/>
          </p:nvPr>
        </p:nvSpPr>
        <p:spPr>
          <a:xfrm>
            <a:off x="677160" y="609480"/>
            <a:ext cx="8595000" cy="13190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83" name="PlaceHolder 2"/>
          <p:cNvSpPr>
            <a:spLocks noGrp="1"/>
          </p:cNvSpPr>
          <p:nvPr>
            <p:ph/>
          </p:nvPr>
        </p:nvSpPr>
        <p:spPr>
          <a:xfrm>
            <a:off x="677160" y="2160720"/>
            <a:ext cx="8595000" cy="387900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9"/>
          </p:nvPr>
        </p:nvSpPr>
        <p:spPr/>
        <p:txBody>
          <a:bodyPr/>
          <a:p>
            <a:r>
              <a:t>Footer</a:t>
            </a:r>
          </a:p>
        </p:txBody>
      </p:sp>
      <p:sp>
        <p:nvSpPr>
          <p:cNvPr id="5" name="PlaceHolder 4"/>
          <p:cNvSpPr>
            <a:spLocks noGrp="1"/>
          </p:cNvSpPr>
          <p:nvPr>
            <p:ph type="sldNum" idx="60"/>
          </p:nvPr>
        </p:nvSpPr>
        <p:spPr/>
        <p:txBody>
          <a:bodyPr/>
          <a:p>
            <a:fld id="{8DFDC552-7580-4A39-9E3A-ED43C766DAB5}" type="slidenum">
              <a:t>&lt;#&gt;</a:t>
            </a:fld>
          </a:p>
        </p:txBody>
      </p:sp>
      <p:sp>
        <p:nvSpPr>
          <p:cNvPr id="6" name="PlaceHolder 5"/>
          <p:cNvSpPr>
            <a:spLocks noGrp="1"/>
          </p:cNvSpPr>
          <p:nvPr>
            <p:ph type="dt" idx="5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3.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slideLayout" Target="../slideLayouts/slideLayout14.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jpeg"/><Relationship Id="rId3" Type="http://schemas.openxmlformats.org/officeDocument/2006/relationships/slideLayout" Target="../slideLayouts/slideLayout18.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jpeg"/><Relationship Id="rId3" Type="http://schemas.openxmlformats.org/officeDocument/2006/relationships/slideLayout" Target="../slideLayouts/slideLayout19.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jpeg"/><Relationship Id="rId3" Type="http://schemas.openxmlformats.org/officeDocument/2006/relationships/slideLayout" Target="../slideLayouts/slideLayout20.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jpeg"/><Relationship Id="rId3"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320" cy="6868080"/>
            <a:chOff x="0" y="-8640"/>
            <a:chExt cx="12190320" cy="6868080"/>
          </a:xfrm>
        </p:grpSpPr>
        <p:cxnSp>
          <p:nvCxnSpPr>
            <p:cNvPr id="3" name="Straight Connector 19"/>
            <p:cNvCxnSpPr/>
            <p:nvPr/>
          </p:nvCxnSpPr>
          <p:spPr>
            <a:xfrm>
              <a:off x="9370800" y="0"/>
              <a:ext cx="1221120" cy="6859800"/>
            </a:xfrm>
            <a:prstGeom prst="straightConnector1">
              <a:avLst/>
            </a:prstGeom>
            <a:ln cap="rnd" w="9360">
              <a:solidFill>
                <a:srgbClr val="bfbfbf"/>
              </a:solidFill>
              <a:round/>
            </a:ln>
          </p:spPr>
        </p:cxnSp>
        <p:cxnSp>
          <p:nvCxnSpPr>
            <p:cNvPr id="4"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5"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6"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8"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9"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0"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2"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grpSp>
        <p:nvGrpSpPr>
          <p:cNvPr id="13" name="Group 6"/>
          <p:cNvGrpSpPr/>
          <p:nvPr/>
        </p:nvGrpSpPr>
        <p:grpSpPr>
          <a:xfrm>
            <a:off x="1800" y="-8640"/>
            <a:ext cx="12188520" cy="6868080"/>
            <a:chOff x="1800" y="-8640"/>
            <a:chExt cx="12188520" cy="6868080"/>
          </a:xfrm>
        </p:grpSpPr>
        <p:cxnSp>
          <p:nvCxnSpPr>
            <p:cNvPr id="14" name="Straight Connector 31"/>
            <p:cNvCxnSpPr/>
            <p:nvPr/>
          </p:nvCxnSpPr>
          <p:spPr>
            <a:xfrm>
              <a:off x="9370800" y="0"/>
              <a:ext cx="1221120" cy="6859800"/>
            </a:xfrm>
            <a:prstGeom prst="straightConnector1">
              <a:avLst/>
            </a:prstGeom>
            <a:ln cap="rnd" w="9360">
              <a:solidFill>
                <a:srgbClr val="bfbfbf"/>
              </a:solidFill>
              <a:round/>
            </a:ln>
          </p:spPr>
        </p:cxnSp>
        <p:cxnSp>
          <p:nvCxnSpPr>
            <p:cNvPr id="15"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1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3" name="Isosceles Triangle 18"/>
            <p:cNvSpPr/>
            <p:nvPr/>
          </p:nvSpPr>
          <p:spPr>
            <a:xfrm rot="10800000">
              <a:off x="1800" y="1800"/>
              <a:ext cx="840960" cy="5664240"/>
            </a:xfrm>
            <a:prstGeom prst="triangle">
              <a:avLst>
                <a:gd name="adj" fmla="val 10000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480"/>
            <a:ext cx="8595000" cy="27468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Noto Serif"/>
              </a:rPr>
              <a:t>Click to edit the title text format</a:t>
            </a:r>
            <a:endParaRPr lang="en-US" sz="44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DEB0611-B04F-4FF4-B83A-9D61095DA19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080" cy="3632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3" name="Group 6"/>
          <p:cNvGrpSpPr/>
          <p:nvPr/>
        </p:nvGrpSpPr>
        <p:grpSpPr>
          <a:xfrm>
            <a:off x="0" y="-8640"/>
            <a:ext cx="12190320" cy="6868080"/>
            <a:chOff x="0" y="-8640"/>
            <a:chExt cx="12190320" cy="6868080"/>
          </a:xfrm>
        </p:grpSpPr>
        <p:cxnSp>
          <p:nvCxnSpPr>
            <p:cNvPr id="34" name="Straight Connector 19"/>
            <p:cNvCxnSpPr/>
            <p:nvPr/>
          </p:nvCxnSpPr>
          <p:spPr>
            <a:xfrm>
              <a:off x="9370800" y="0"/>
              <a:ext cx="1221120" cy="6859800"/>
            </a:xfrm>
            <a:prstGeom prst="straightConnector1">
              <a:avLst/>
            </a:prstGeom>
            <a:ln cap="rnd" w="9360">
              <a:solidFill>
                <a:srgbClr val="bfbfbf"/>
              </a:solidFill>
              <a:round/>
            </a:ln>
          </p:spPr>
        </p:cxnSp>
        <p:cxnSp>
          <p:nvCxnSpPr>
            <p:cNvPr id="35"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3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8"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4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4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42"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43"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44" name="PlaceHolder 1"/>
          <p:cNvSpPr>
            <a:spLocks noGrp="1"/>
          </p:cNvSpPr>
          <p:nvPr>
            <p:ph type="title"/>
          </p:nvPr>
        </p:nvSpPr>
        <p:spPr>
          <a:xfrm>
            <a:off x="7967520" y="609480"/>
            <a:ext cx="1302840" cy="5249520"/>
          </a:xfrm>
          <a:prstGeom prst="rect">
            <a:avLst/>
          </a:prstGeom>
          <a:noFill/>
          <a:ln w="0">
            <a:noFill/>
          </a:ln>
        </p:spPr>
        <p:txBody>
          <a:bodyPr lIns="91440" rIns="91440" tIns="45720" bIns="45720" anchor="t" anchorCtr="1"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45" name="PlaceHolder 2"/>
          <p:cNvSpPr>
            <a:spLocks noGrp="1"/>
          </p:cNvSpPr>
          <p:nvPr>
            <p:ph type="body"/>
          </p:nvPr>
        </p:nvSpPr>
        <p:spPr>
          <a:xfrm>
            <a:off x="677160" y="609480"/>
            <a:ext cx="7058520" cy="5249520"/>
          </a:xfrm>
          <a:prstGeom prst="rect">
            <a:avLst/>
          </a:prstGeom>
          <a:noFill/>
          <a:ln w="0">
            <a:noFill/>
          </a:ln>
        </p:spPr>
        <p:txBody>
          <a:bodyPr lIns="91440" rIns="91440" tIns="45720" bIns="45720" anchor="t" vert="eaVert">
            <a:noAutofit/>
          </a:bodyPr>
          <a:p>
            <a:pPr marL="432000" indent="-324000" defTabSz="457200">
              <a:lnSpc>
                <a:spcPct val="100000"/>
              </a:lnSpc>
              <a:spcBef>
                <a:spcPts val="1001"/>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864000" lvl="1" indent="-324000" defTabSz="457200">
              <a:lnSpc>
                <a:spcPct val="100000"/>
              </a:lnSpc>
              <a:spcBef>
                <a:spcPts val="1001"/>
              </a:spcBef>
              <a:buClr>
                <a:srgbClr val="000000"/>
              </a:buClr>
              <a:buSzPct val="75000"/>
              <a:buFont typeface="Symbol"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296000" lvl="2" indent="-288000" defTabSz="457200">
              <a:lnSpc>
                <a:spcPct val="100000"/>
              </a:lnSpc>
              <a:spcBef>
                <a:spcPts val="1001"/>
              </a:spcBef>
              <a:buClr>
                <a:srgbClr val="000000"/>
              </a:buClr>
              <a:buSzPct val="45000"/>
              <a:buFont typeface="Wingdings"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728000" lvl="3" indent="-216000" defTabSz="457200">
              <a:lnSpc>
                <a:spcPct val="100000"/>
              </a:lnSpc>
              <a:spcBef>
                <a:spcPts val="1001"/>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160000" lvl="4" indent="-216000" defTabSz="457200">
              <a:lnSpc>
                <a:spcPct val="100000"/>
              </a:lnSpc>
              <a:spcBef>
                <a:spcPts val="1001"/>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6" name="PlaceHolder 3"/>
          <p:cNvSpPr>
            <a:spLocks noGrp="1"/>
          </p:cNvSpPr>
          <p:nvPr>
            <p:ph type="dt" idx="4"/>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7" name="PlaceHolder 4"/>
          <p:cNvSpPr>
            <a:spLocks noGrp="1"/>
          </p:cNvSpPr>
          <p:nvPr>
            <p:ph type="ftr" idx="5"/>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8" name="PlaceHolder 5"/>
          <p:cNvSpPr>
            <a:spLocks noGrp="1"/>
          </p:cNvSpPr>
          <p:nvPr>
            <p:ph type="sldNum" idx="6"/>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A95D4A3-B021-496E-9AFE-8ADC846CE27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2"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51" name="Group 6"/>
          <p:cNvGrpSpPr/>
          <p:nvPr/>
        </p:nvGrpSpPr>
        <p:grpSpPr>
          <a:xfrm>
            <a:off x="0" y="-8640"/>
            <a:ext cx="12190320" cy="6868080"/>
            <a:chOff x="0" y="-8640"/>
            <a:chExt cx="12190320" cy="6868080"/>
          </a:xfrm>
        </p:grpSpPr>
        <p:cxnSp>
          <p:nvCxnSpPr>
            <p:cNvPr id="52" name="Straight Connector 19"/>
            <p:cNvCxnSpPr/>
            <p:nvPr/>
          </p:nvCxnSpPr>
          <p:spPr>
            <a:xfrm>
              <a:off x="9370800" y="0"/>
              <a:ext cx="1221120" cy="6859800"/>
            </a:xfrm>
            <a:prstGeom prst="straightConnector1">
              <a:avLst/>
            </a:prstGeom>
            <a:ln cap="rnd" w="9360">
              <a:solidFill>
                <a:srgbClr val="bfbfbf"/>
              </a:solidFill>
              <a:round/>
            </a:ln>
          </p:spPr>
        </p:cxnSp>
        <p:cxnSp>
          <p:nvCxnSpPr>
            <p:cNvPr id="53"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5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5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56"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5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5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5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60"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61"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62" name="PlaceHolder 1"/>
          <p:cNvSpPr>
            <a:spLocks noGrp="1"/>
          </p:cNvSpPr>
          <p:nvPr>
            <p:ph type="title"/>
          </p:nvPr>
        </p:nvSpPr>
        <p:spPr>
          <a:xfrm>
            <a:off x="677160" y="2700720"/>
            <a:ext cx="8595000" cy="182484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63" name="PlaceHolder 2"/>
          <p:cNvSpPr>
            <a:spLocks noGrp="1"/>
          </p:cNvSpPr>
          <p:nvPr>
            <p:ph type="body"/>
          </p:nvPr>
        </p:nvSpPr>
        <p:spPr>
          <a:xfrm>
            <a:off x="677160" y="4527360"/>
            <a:ext cx="8595000" cy="85860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64" name="PlaceHolder 3"/>
          <p:cNvSpPr>
            <a:spLocks noGrp="1"/>
          </p:cNvSpPr>
          <p:nvPr>
            <p:ph type="dt" idx="7"/>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4"/>
          <p:cNvSpPr>
            <a:spLocks noGrp="1"/>
          </p:cNvSpPr>
          <p:nvPr>
            <p:ph type="ftr" idx="8"/>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5"/>
          <p:cNvSpPr>
            <a:spLocks noGrp="1"/>
          </p:cNvSpPr>
          <p:nvPr>
            <p:ph type="sldNum" idx="9"/>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19EB398-28A5-4C73-B2B7-9C1CAB50B7C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4"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9" name="Group 6"/>
          <p:cNvGrpSpPr/>
          <p:nvPr/>
        </p:nvGrpSpPr>
        <p:grpSpPr>
          <a:xfrm>
            <a:off x="0" y="-8640"/>
            <a:ext cx="12190320" cy="6868080"/>
            <a:chOff x="0" y="-8640"/>
            <a:chExt cx="12190320" cy="6868080"/>
          </a:xfrm>
        </p:grpSpPr>
        <p:cxnSp>
          <p:nvCxnSpPr>
            <p:cNvPr id="70" name="Straight Connector 19"/>
            <p:cNvCxnSpPr/>
            <p:nvPr/>
          </p:nvCxnSpPr>
          <p:spPr>
            <a:xfrm>
              <a:off x="9370800" y="0"/>
              <a:ext cx="1221120" cy="6859800"/>
            </a:xfrm>
            <a:prstGeom prst="straightConnector1">
              <a:avLst/>
            </a:prstGeom>
            <a:ln cap="rnd" w="9360">
              <a:solidFill>
                <a:srgbClr val="bfbfbf"/>
              </a:solidFill>
              <a:round/>
            </a:ln>
          </p:spPr>
        </p:cxnSp>
        <p:cxnSp>
          <p:nvCxnSpPr>
            <p:cNvPr id="71"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72"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73"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74"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75"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76"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77"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78"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79"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80" name="PlaceHolder 1"/>
          <p:cNvSpPr>
            <a:spLocks noGrp="1"/>
          </p:cNvSpPr>
          <p:nvPr>
            <p:ph type="title"/>
          </p:nvPr>
        </p:nvSpPr>
        <p:spPr>
          <a:xfrm>
            <a:off x="677160" y="609480"/>
            <a:ext cx="8595000" cy="13190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81" name="PlaceHolder 2"/>
          <p:cNvSpPr>
            <a:spLocks noGrp="1"/>
          </p:cNvSpPr>
          <p:nvPr>
            <p:ph type="body"/>
          </p:nvPr>
        </p:nvSpPr>
        <p:spPr>
          <a:xfrm>
            <a:off x="677160" y="2160720"/>
            <a:ext cx="4182120" cy="387900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864000" lvl="1" indent="-324000" defTabSz="457200">
              <a:lnSpc>
                <a:spcPct val="100000"/>
              </a:lnSpc>
              <a:spcBef>
                <a:spcPts val="1001"/>
              </a:spcBef>
              <a:buClr>
                <a:srgbClr val="000000"/>
              </a:buClr>
              <a:buSzPct val="75000"/>
              <a:buFont typeface="Symbol"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296000" lvl="2" indent="-288000" defTabSz="457200">
              <a:lnSpc>
                <a:spcPct val="100000"/>
              </a:lnSpc>
              <a:spcBef>
                <a:spcPts val="1001"/>
              </a:spcBef>
              <a:buClr>
                <a:srgbClr val="000000"/>
              </a:buClr>
              <a:buSzPct val="45000"/>
              <a:buFont typeface="Wingdings"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728000" lvl="3" indent="-216000" defTabSz="457200">
              <a:lnSpc>
                <a:spcPct val="100000"/>
              </a:lnSpc>
              <a:spcBef>
                <a:spcPts val="1001"/>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160000" lvl="4" indent="-216000" defTabSz="457200">
              <a:lnSpc>
                <a:spcPct val="100000"/>
              </a:lnSpc>
              <a:spcBef>
                <a:spcPts val="1001"/>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82" name="PlaceHolder 3"/>
          <p:cNvSpPr>
            <a:spLocks noGrp="1"/>
          </p:cNvSpPr>
          <p:nvPr>
            <p:ph type="body"/>
          </p:nvPr>
        </p:nvSpPr>
        <p:spPr>
          <a:xfrm>
            <a:off x="5090040" y="2160720"/>
            <a:ext cx="4182120" cy="387900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83" name="PlaceHolder 4"/>
          <p:cNvSpPr>
            <a:spLocks noGrp="1"/>
          </p:cNvSpPr>
          <p:nvPr>
            <p:ph type="dt" idx="10"/>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4" name="PlaceHolder 5"/>
          <p:cNvSpPr>
            <a:spLocks noGrp="1"/>
          </p:cNvSpPr>
          <p:nvPr>
            <p:ph type="ftr" idx="11"/>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5" name="PlaceHolder 6"/>
          <p:cNvSpPr>
            <a:spLocks noGrp="1"/>
          </p:cNvSpPr>
          <p:nvPr>
            <p:ph type="sldNum" idx="12"/>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EB868C3-AEE1-48BE-9B84-902364BB3DE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6"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8" name="Group 6"/>
          <p:cNvGrpSpPr/>
          <p:nvPr/>
        </p:nvGrpSpPr>
        <p:grpSpPr>
          <a:xfrm>
            <a:off x="0" y="-8640"/>
            <a:ext cx="12190320" cy="6868080"/>
            <a:chOff x="0" y="-8640"/>
            <a:chExt cx="12190320" cy="6868080"/>
          </a:xfrm>
        </p:grpSpPr>
        <p:cxnSp>
          <p:nvCxnSpPr>
            <p:cNvPr id="89" name="Straight Connector 19"/>
            <p:cNvCxnSpPr/>
            <p:nvPr/>
          </p:nvCxnSpPr>
          <p:spPr>
            <a:xfrm>
              <a:off x="9370800" y="0"/>
              <a:ext cx="1221120" cy="6859800"/>
            </a:xfrm>
            <a:prstGeom prst="straightConnector1">
              <a:avLst/>
            </a:prstGeom>
            <a:ln cap="rnd" w="9360">
              <a:solidFill>
                <a:srgbClr val="bfbfbf"/>
              </a:solidFill>
              <a:round/>
            </a:ln>
          </p:spPr>
        </p:cxnSp>
        <p:cxnSp>
          <p:nvCxnSpPr>
            <p:cNvPr id="90"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9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9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93"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9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9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9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97"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98"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99" name="PlaceHolder 1"/>
          <p:cNvSpPr>
            <a:spLocks noGrp="1"/>
          </p:cNvSpPr>
          <p:nvPr>
            <p:ph type="title"/>
          </p:nvPr>
        </p:nvSpPr>
        <p:spPr>
          <a:xfrm>
            <a:off x="677160" y="609480"/>
            <a:ext cx="8595000" cy="13190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00" name="PlaceHolder 2"/>
          <p:cNvSpPr>
            <a:spLocks noGrp="1"/>
          </p:cNvSpPr>
          <p:nvPr>
            <p:ph type="body"/>
          </p:nvPr>
        </p:nvSpPr>
        <p:spPr>
          <a:xfrm>
            <a:off x="675720" y="2161080"/>
            <a:ext cx="4183920" cy="574560"/>
          </a:xfrm>
          <a:prstGeom prst="rect">
            <a:avLst/>
          </a:prstGeom>
          <a:noFill/>
          <a:ln w="0">
            <a:noFill/>
          </a:ln>
        </p:spPr>
        <p:txBody>
          <a:bodyPr lIns="91440" rIns="91440" tIns="45720" bIns="45720" anchor="b">
            <a:noAutofit/>
          </a:bodyPr>
          <a:p>
            <a:pPr marL="432000" indent="-324000" defTabSz="457200">
              <a:lnSpc>
                <a:spcPct val="100000"/>
              </a:lnSpc>
              <a:spcBef>
                <a:spcPts val="1001"/>
              </a:spcBef>
              <a:buClr>
                <a:srgbClr val="000000"/>
              </a:buClr>
              <a:buSzPct val="45000"/>
              <a:buFont typeface="Wingdings" charset="2"/>
              <a:buChar char=""/>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01" name="PlaceHolder 3"/>
          <p:cNvSpPr>
            <a:spLocks noGrp="1"/>
          </p:cNvSpPr>
          <p:nvPr>
            <p:ph type="body"/>
          </p:nvPr>
        </p:nvSpPr>
        <p:spPr>
          <a:xfrm>
            <a:off x="675720" y="2737080"/>
            <a:ext cx="4183920" cy="33022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02" name="PlaceHolder 4"/>
          <p:cNvSpPr>
            <a:spLocks noGrp="1"/>
          </p:cNvSpPr>
          <p:nvPr>
            <p:ph type="body"/>
          </p:nvPr>
        </p:nvSpPr>
        <p:spPr>
          <a:xfrm>
            <a:off x="5088240" y="2161080"/>
            <a:ext cx="4183920" cy="5745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03" name="PlaceHolder 5"/>
          <p:cNvSpPr>
            <a:spLocks noGrp="1"/>
          </p:cNvSpPr>
          <p:nvPr>
            <p:ph type="body"/>
          </p:nvPr>
        </p:nvSpPr>
        <p:spPr>
          <a:xfrm>
            <a:off x="5088240" y="2737080"/>
            <a:ext cx="4183920" cy="33022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04" name="PlaceHolder 6"/>
          <p:cNvSpPr>
            <a:spLocks noGrp="1"/>
          </p:cNvSpPr>
          <p:nvPr>
            <p:ph type="dt" idx="13"/>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05" name="PlaceHolder 7"/>
          <p:cNvSpPr>
            <a:spLocks noGrp="1"/>
          </p:cNvSpPr>
          <p:nvPr>
            <p:ph type="ftr" idx="14"/>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06" name="PlaceHolder 8"/>
          <p:cNvSpPr>
            <a:spLocks noGrp="1"/>
          </p:cNvSpPr>
          <p:nvPr>
            <p:ph type="sldNum" idx="15"/>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E64716E-BAC8-47AC-99D8-3036F8E12F7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58"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09" name="Group 6"/>
          <p:cNvGrpSpPr/>
          <p:nvPr/>
        </p:nvGrpSpPr>
        <p:grpSpPr>
          <a:xfrm>
            <a:off x="0" y="-8640"/>
            <a:ext cx="12190320" cy="6868080"/>
            <a:chOff x="0" y="-8640"/>
            <a:chExt cx="12190320" cy="6868080"/>
          </a:xfrm>
        </p:grpSpPr>
        <p:cxnSp>
          <p:nvCxnSpPr>
            <p:cNvPr id="110" name="Straight Connector 19"/>
            <p:cNvCxnSpPr/>
            <p:nvPr/>
          </p:nvCxnSpPr>
          <p:spPr>
            <a:xfrm>
              <a:off x="9370800" y="0"/>
              <a:ext cx="1221120" cy="6859800"/>
            </a:xfrm>
            <a:prstGeom prst="straightConnector1">
              <a:avLst/>
            </a:prstGeom>
            <a:ln cap="rnd" w="9360">
              <a:solidFill>
                <a:srgbClr val="bfbfbf"/>
              </a:solidFill>
              <a:round/>
            </a:ln>
          </p:spPr>
        </p:cxnSp>
        <p:cxnSp>
          <p:nvCxnSpPr>
            <p:cNvPr id="111"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112"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3"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4"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15"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16"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7"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8"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9"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120" name="PlaceHolder 1"/>
          <p:cNvSpPr>
            <a:spLocks noGrp="1"/>
          </p:cNvSpPr>
          <p:nvPr>
            <p:ph type="title"/>
          </p:nvPr>
        </p:nvSpPr>
        <p:spPr>
          <a:xfrm>
            <a:off x="677160" y="609480"/>
            <a:ext cx="8595000" cy="13190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21" name="PlaceHolder 2"/>
          <p:cNvSpPr>
            <a:spLocks noGrp="1"/>
          </p:cNvSpPr>
          <p:nvPr>
            <p:ph type="dt" idx="16"/>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22" name="PlaceHolder 3"/>
          <p:cNvSpPr>
            <a:spLocks noGrp="1"/>
          </p:cNvSpPr>
          <p:nvPr>
            <p:ph type="ftr" idx="17"/>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23" name="PlaceHolder 4"/>
          <p:cNvSpPr>
            <a:spLocks noGrp="1"/>
          </p:cNvSpPr>
          <p:nvPr>
            <p:ph type="sldNum" idx="18"/>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0BCC27F-C248-4076-BD19-59EE886C756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0"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26" name="Group 6"/>
          <p:cNvGrpSpPr/>
          <p:nvPr/>
        </p:nvGrpSpPr>
        <p:grpSpPr>
          <a:xfrm>
            <a:off x="0" y="-8640"/>
            <a:ext cx="12190320" cy="6868080"/>
            <a:chOff x="0" y="-8640"/>
            <a:chExt cx="12190320" cy="6868080"/>
          </a:xfrm>
        </p:grpSpPr>
        <p:cxnSp>
          <p:nvCxnSpPr>
            <p:cNvPr id="127" name="Straight Connector 19"/>
            <p:cNvCxnSpPr/>
            <p:nvPr/>
          </p:nvCxnSpPr>
          <p:spPr>
            <a:xfrm>
              <a:off x="9370800" y="0"/>
              <a:ext cx="1221120" cy="6859800"/>
            </a:xfrm>
            <a:prstGeom prst="straightConnector1">
              <a:avLst/>
            </a:prstGeom>
            <a:ln cap="rnd" w="9360">
              <a:solidFill>
                <a:srgbClr val="bfbfbf"/>
              </a:solidFill>
              <a:round/>
            </a:ln>
          </p:spPr>
        </p:cxnSp>
        <p:cxnSp>
          <p:nvCxnSpPr>
            <p:cNvPr id="128"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129"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0"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1"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32"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33"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4"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5"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6"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137" name="PlaceHolder 1"/>
          <p:cNvSpPr>
            <a:spLocks noGrp="1"/>
          </p:cNvSpPr>
          <p:nvPr>
            <p:ph type="title"/>
          </p:nvPr>
        </p:nvSpPr>
        <p:spPr>
          <a:xfrm>
            <a:off x="677160" y="1498680"/>
            <a:ext cx="3852720" cy="12765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138" name="PlaceHolder 2"/>
          <p:cNvSpPr>
            <a:spLocks noGrp="1"/>
          </p:cNvSpPr>
          <p:nvPr>
            <p:ph type="body"/>
          </p:nvPr>
        </p:nvSpPr>
        <p:spPr>
          <a:xfrm>
            <a:off x="4760640" y="514800"/>
            <a:ext cx="4511880" cy="5524560"/>
          </a:xfrm>
          <a:prstGeom prst="rect">
            <a:avLst/>
          </a:prstGeom>
          <a:noFill/>
          <a:ln w="0">
            <a:noFill/>
          </a:ln>
        </p:spPr>
        <p:txBody>
          <a:bodyPr lIns="91440" rIns="91440" tIns="45720" bIns="45720" anchor="t">
            <a:normAutofit/>
          </a:bodyPr>
          <a:p>
            <a:pPr marL="432000" indent="-324000" defTabSz="457200">
              <a:lnSpc>
                <a:spcPct val="100000"/>
              </a:lnSpc>
              <a:spcBef>
                <a:spcPts val="1001"/>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864000" lvl="1" indent="-324000" defTabSz="457200">
              <a:lnSpc>
                <a:spcPct val="100000"/>
              </a:lnSpc>
              <a:spcBef>
                <a:spcPts val="1001"/>
              </a:spcBef>
              <a:buClr>
                <a:srgbClr val="000000"/>
              </a:buClr>
              <a:buSzPct val="75000"/>
              <a:buFont typeface="Symbol"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296000" lvl="2" indent="-288000" defTabSz="457200">
              <a:lnSpc>
                <a:spcPct val="100000"/>
              </a:lnSpc>
              <a:spcBef>
                <a:spcPts val="1001"/>
              </a:spcBef>
              <a:buClr>
                <a:srgbClr val="000000"/>
              </a:buClr>
              <a:buSzPct val="45000"/>
              <a:buFont typeface="Wingdings"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728000" lvl="3" indent="-216000" defTabSz="457200">
              <a:lnSpc>
                <a:spcPct val="100000"/>
              </a:lnSpc>
              <a:spcBef>
                <a:spcPts val="1001"/>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160000" lvl="4" indent="-216000" defTabSz="457200">
              <a:lnSpc>
                <a:spcPct val="100000"/>
              </a:lnSpc>
              <a:spcBef>
                <a:spcPts val="1001"/>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39" name="PlaceHolder 3"/>
          <p:cNvSpPr>
            <a:spLocks noGrp="1"/>
          </p:cNvSpPr>
          <p:nvPr>
            <p:ph type="body"/>
          </p:nvPr>
        </p:nvSpPr>
        <p:spPr>
          <a:xfrm>
            <a:off x="677160" y="2777040"/>
            <a:ext cx="3852720" cy="25826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140" name="PlaceHolder 4"/>
          <p:cNvSpPr>
            <a:spLocks noGrp="1"/>
          </p:cNvSpPr>
          <p:nvPr>
            <p:ph type="dt" idx="19"/>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1" name="PlaceHolder 5"/>
          <p:cNvSpPr>
            <a:spLocks noGrp="1"/>
          </p:cNvSpPr>
          <p:nvPr>
            <p:ph type="ftr" idx="20"/>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42" name="PlaceHolder 6"/>
          <p:cNvSpPr>
            <a:spLocks noGrp="1"/>
          </p:cNvSpPr>
          <p:nvPr>
            <p:ph type="sldNum" idx="21"/>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671961B-CBCB-40C4-B7A1-7FFD22D86DF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2"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45" name="Group 6"/>
          <p:cNvGrpSpPr/>
          <p:nvPr/>
        </p:nvGrpSpPr>
        <p:grpSpPr>
          <a:xfrm>
            <a:off x="0" y="-8640"/>
            <a:ext cx="12190320" cy="6868080"/>
            <a:chOff x="0" y="-8640"/>
            <a:chExt cx="12190320" cy="6868080"/>
          </a:xfrm>
        </p:grpSpPr>
        <p:cxnSp>
          <p:nvCxnSpPr>
            <p:cNvPr id="146" name="Straight Connector 19"/>
            <p:cNvCxnSpPr/>
            <p:nvPr/>
          </p:nvCxnSpPr>
          <p:spPr>
            <a:xfrm>
              <a:off x="9370800" y="0"/>
              <a:ext cx="1221120" cy="6859800"/>
            </a:xfrm>
            <a:prstGeom prst="straightConnector1">
              <a:avLst/>
            </a:prstGeom>
            <a:ln cap="rnd" w="9360">
              <a:solidFill>
                <a:srgbClr val="bfbfbf"/>
              </a:solidFill>
              <a:round/>
            </a:ln>
          </p:spPr>
        </p:cxnSp>
        <p:cxnSp>
          <p:nvCxnSpPr>
            <p:cNvPr id="147"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148"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49"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50"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51"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52"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53"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54"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55"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156" name="PlaceHolder 1"/>
          <p:cNvSpPr>
            <a:spLocks noGrp="1"/>
          </p:cNvSpPr>
          <p:nvPr>
            <p:ph type="title"/>
          </p:nvPr>
        </p:nvSpPr>
        <p:spPr>
          <a:xfrm>
            <a:off x="677160" y="4800600"/>
            <a:ext cx="8595000" cy="56484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57" name="PlaceHolder 2"/>
          <p:cNvSpPr>
            <a:spLocks noGrp="1"/>
          </p:cNvSpPr>
          <p:nvPr>
            <p:ph type="body"/>
          </p:nvPr>
        </p:nvSpPr>
        <p:spPr>
          <a:xfrm>
            <a:off x="677160" y="609480"/>
            <a:ext cx="8595000" cy="3844080"/>
          </a:xfrm>
          <a:prstGeom prst="rect">
            <a:avLst/>
          </a:prstGeom>
          <a:noFill/>
          <a:ln w="0">
            <a:noFill/>
          </a:ln>
        </p:spPr>
        <p:txBody>
          <a:bodyPr lIns="90000" rIns="90000" tIns="45000" bIns="45000" anchor="t">
            <a:normAutofit/>
          </a:bodyPr>
          <a:p>
            <a:pPr marL="432000" indent="-324000" algn="ctr" defTabSz="457200">
              <a:lnSpc>
                <a:spcPct val="100000"/>
              </a:lnSpc>
              <a:buClr>
                <a:srgbClr val="000000"/>
              </a:buClr>
              <a:buSzPct val="45000"/>
              <a:buFont typeface="Wingdings" charset="2"/>
              <a:buChar char=""/>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58" name="PlaceHolder 3"/>
          <p:cNvSpPr>
            <a:spLocks noGrp="1"/>
          </p:cNvSpPr>
          <p:nvPr>
            <p:ph type="body"/>
          </p:nvPr>
        </p:nvSpPr>
        <p:spPr>
          <a:xfrm>
            <a:off x="677160" y="5367240"/>
            <a:ext cx="8595000" cy="6721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59" name="PlaceHolder 4"/>
          <p:cNvSpPr>
            <a:spLocks noGrp="1"/>
          </p:cNvSpPr>
          <p:nvPr>
            <p:ph type="dt" idx="22"/>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0" name="PlaceHolder 5"/>
          <p:cNvSpPr>
            <a:spLocks noGrp="1"/>
          </p:cNvSpPr>
          <p:nvPr>
            <p:ph type="ftr" idx="23"/>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1" name="PlaceHolder 6"/>
          <p:cNvSpPr>
            <a:spLocks noGrp="1"/>
          </p:cNvSpPr>
          <p:nvPr>
            <p:ph type="sldNum" idx="24"/>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4931192-FA17-4320-BEC8-B13CFC7D8F9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4"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4" name="Group 6"/>
          <p:cNvGrpSpPr/>
          <p:nvPr/>
        </p:nvGrpSpPr>
        <p:grpSpPr>
          <a:xfrm>
            <a:off x="0" y="-8640"/>
            <a:ext cx="12190320" cy="6868080"/>
            <a:chOff x="0" y="-8640"/>
            <a:chExt cx="12190320" cy="6868080"/>
          </a:xfrm>
        </p:grpSpPr>
        <p:cxnSp>
          <p:nvCxnSpPr>
            <p:cNvPr id="165" name="Straight Connector 19"/>
            <p:cNvCxnSpPr/>
            <p:nvPr/>
          </p:nvCxnSpPr>
          <p:spPr>
            <a:xfrm>
              <a:off x="9370800" y="0"/>
              <a:ext cx="1221120" cy="6859800"/>
            </a:xfrm>
            <a:prstGeom prst="straightConnector1">
              <a:avLst/>
            </a:prstGeom>
            <a:ln cap="rnd" w="9360">
              <a:solidFill>
                <a:srgbClr val="bfbfbf"/>
              </a:solidFill>
              <a:round/>
            </a:ln>
          </p:spPr>
        </p:cxnSp>
        <p:cxnSp>
          <p:nvCxnSpPr>
            <p:cNvPr id="166"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167"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68"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69"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70"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71"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2"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3"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4"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175" name="PlaceHolder 1"/>
          <p:cNvSpPr>
            <a:spLocks noGrp="1"/>
          </p:cNvSpPr>
          <p:nvPr>
            <p:ph type="title"/>
          </p:nvPr>
        </p:nvSpPr>
        <p:spPr>
          <a:xfrm>
            <a:off x="677160" y="609480"/>
            <a:ext cx="8595000" cy="34016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76" name="PlaceHolder 2"/>
          <p:cNvSpPr>
            <a:spLocks noGrp="1"/>
          </p:cNvSpPr>
          <p:nvPr>
            <p:ph type="body"/>
          </p:nvPr>
        </p:nvSpPr>
        <p:spPr>
          <a:xfrm>
            <a:off x="677160" y="4470480"/>
            <a:ext cx="8595000" cy="1569240"/>
          </a:xfrm>
          <a:prstGeom prst="rect">
            <a:avLst/>
          </a:prstGeom>
          <a:noFill/>
          <a:ln w="0">
            <a:noFill/>
          </a:ln>
        </p:spPr>
        <p:txBody>
          <a:bodyPr lIns="91440" rIns="91440" tIns="45720" bIns="45720" anchor="ctr">
            <a:normAutofit/>
          </a:bodyPr>
          <a:p>
            <a:pPr marL="432000" indent="-324000" defTabSz="457200">
              <a:lnSpc>
                <a:spcPct val="100000"/>
              </a:lnSpc>
              <a:spcBef>
                <a:spcPts val="1001"/>
              </a:spcBef>
              <a:buClr>
                <a:srgbClr val="000000"/>
              </a:buClr>
              <a:buSzPct val="45000"/>
              <a:buFont typeface="Wingdings" charset="2"/>
              <a:buChar char=""/>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77" name="PlaceHolder 3"/>
          <p:cNvSpPr>
            <a:spLocks noGrp="1"/>
          </p:cNvSpPr>
          <p:nvPr>
            <p:ph type="dt" idx="25"/>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78" name="PlaceHolder 4"/>
          <p:cNvSpPr>
            <a:spLocks noGrp="1"/>
          </p:cNvSpPr>
          <p:nvPr>
            <p:ph type="ftr" idx="26"/>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79" name="PlaceHolder 5"/>
          <p:cNvSpPr>
            <a:spLocks noGrp="1"/>
          </p:cNvSpPr>
          <p:nvPr>
            <p:ph type="sldNum" idx="27"/>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451BFA3-647D-4132-9BE8-57FEA31B2E8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6"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2" name="Group 6"/>
          <p:cNvGrpSpPr/>
          <p:nvPr/>
        </p:nvGrpSpPr>
        <p:grpSpPr>
          <a:xfrm>
            <a:off x="0" y="-8640"/>
            <a:ext cx="12190320" cy="6868080"/>
            <a:chOff x="0" y="-8640"/>
            <a:chExt cx="12190320" cy="6868080"/>
          </a:xfrm>
        </p:grpSpPr>
        <p:cxnSp>
          <p:nvCxnSpPr>
            <p:cNvPr id="183" name="Straight Connector 19"/>
            <p:cNvCxnSpPr/>
            <p:nvPr/>
          </p:nvCxnSpPr>
          <p:spPr>
            <a:xfrm>
              <a:off x="9370800" y="0"/>
              <a:ext cx="1221120" cy="6859800"/>
            </a:xfrm>
            <a:prstGeom prst="straightConnector1">
              <a:avLst/>
            </a:prstGeom>
            <a:ln cap="rnd" w="9360">
              <a:solidFill>
                <a:srgbClr val="bfbfbf"/>
              </a:solidFill>
              <a:round/>
            </a:ln>
          </p:spPr>
        </p:cxnSp>
        <p:cxnSp>
          <p:nvCxnSpPr>
            <p:cNvPr id="184"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185"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86"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87"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88"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189"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90"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91"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92"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193" name="PlaceHolder 1"/>
          <p:cNvSpPr>
            <a:spLocks noGrp="1"/>
          </p:cNvSpPr>
          <p:nvPr>
            <p:ph type="title"/>
          </p:nvPr>
        </p:nvSpPr>
        <p:spPr>
          <a:xfrm>
            <a:off x="931320" y="609480"/>
            <a:ext cx="8092440" cy="30207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94" name="PlaceHolder 2"/>
          <p:cNvSpPr>
            <a:spLocks noGrp="1"/>
          </p:cNvSpPr>
          <p:nvPr>
            <p:ph type="body"/>
          </p:nvPr>
        </p:nvSpPr>
        <p:spPr>
          <a:xfrm>
            <a:off x="1366200" y="3632040"/>
            <a:ext cx="7222680" cy="379080"/>
          </a:xfrm>
          <a:prstGeom prst="rect">
            <a:avLst/>
          </a:prstGeom>
          <a:noFill/>
          <a:ln w="0">
            <a:noFill/>
          </a:ln>
        </p:spPr>
        <p:txBody>
          <a:bodyPr lIns="91440" rIns="91440" tIns="45720" bIns="45720" anchor="ctr">
            <a:noAutofit/>
          </a:bodyPr>
          <a:p>
            <a:pPr marL="432000" indent="-324000" defTabSz="457200">
              <a:lnSpc>
                <a:spcPct val="100000"/>
              </a:lnSpc>
              <a:spcBef>
                <a:spcPts val="1001"/>
              </a:spcBef>
              <a:buClr>
                <a:srgbClr val="000000"/>
              </a:buClr>
              <a:buSzPct val="45000"/>
              <a:buFont typeface="Wingdings" charset="2"/>
              <a:buChar char=""/>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195" name="PlaceHolder 3"/>
          <p:cNvSpPr>
            <a:spLocks noGrp="1"/>
          </p:cNvSpPr>
          <p:nvPr>
            <p:ph type="body"/>
          </p:nvPr>
        </p:nvSpPr>
        <p:spPr>
          <a:xfrm>
            <a:off x="677160" y="4470480"/>
            <a:ext cx="8595000" cy="156924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96" name="PlaceHolder 4"/>
          <p:cNvSpPr>
            <a:spLocks noGrp="1"/>
          </p:cNvSpPr>
          <p:nvPr>
            <p:ph type="dt" idx="28"/>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7" name="PlaceHolder 5"/>
          <p:cNvSpPr>
            <a:spLocks noGrp="1"/>
          </p:cNvSpPr>
          <p:nvPr>
            <p:ph type="ftr" idx="29"/>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8" name="PlaceHolder 6"/>
          <p:cNvSpPr>
            <a:spLocks noGrp="1"/>
          </p:cNvSpPr>
          <p:nvPr>
            <p:ph type="sldNum" idx="30"/>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1955142-D826-434F-90B5-97F1927E815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99" name="TextBox 19"/>
          <p:cNvSpPr/>
          <p:nvPr/>
        </p:nvSpPr>
        <p:spPr>
          <a:xfrm>
            <a:off x="541800" y="790200"/>
            <a:ext cx="607680" cy="58284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200" name="TextBox 21"/>
          <p:cNvSpPr/>
          <p:nvPr/>
        </p:nvSpPr>
        <p:spPr>
          <a:xfrm>
            <a:off x="8893080" y="2886480"/>
            <a:ext cx="607680" cy="58284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8"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3" name="Group 6"/>
          <p:cNvGrpSpPr/>
          <p:nvPr/>
        </p:nvGrpSpPr>
        <p:grpSpPr>
          <a:xfrm>
            <a:off x="0" y="-8640"/>
            <a:ext cx="12190320" cy="6868080"/>
            <a:chOff x="0" y="-8640"/>
            <a:chExt cx="12190320" cy="6868080"/>
          </a:xfrm>
        </p:grpSpPr>
        <p:cxnSp>
          <p:nvCxnSpPr>
            <p:cNvPr id="204" name="Straight Connector 19"/>
            <p:cNvCxnSpPr/>
            <p:nvPr/>
          </p:nvCxnSpPr>
          <p:spPr>
            <a:xfrm>
              <a:off x="9370800" y="0"/>
              <a:ext cx="1221120" cy="6859800"/>
            </a:xfrm>
            <a:prstGeom prst="straightConnector1">
              <a:avLst/>
            </a:prstGeom>
            <a:ln cap="rnd" w="9360">
              <a:solidFill>
                <a:srgbClr val="bfbfbf"/>
              </a:solidFill>
              <a:round/>
            </a:ln>
          </p:spPr>
        </p:cxnSp>
        <p:cxnSp>
          <p:nvCxnSpPr>
            <p:cNvPr id="205"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20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0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08"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0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1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1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12"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13"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214" name="PlaceHolder 1"/>
          <p:cNvSpPr>
            <a:spLocks noGrp="1"/>
          </p:cNvSpPr>
          <p:nvPr>
            <p:ph type="title"/>
          </p:nvPr>
        </p:nvSpPr>
        <p:spPr>
          <a:xfrm>
            <a:off x="677160" y="1932120"/>
            <a:ext cx="8595000" cy="25938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15" name="PlaceHolder 2"/>
          <p:cNvSpPr>
            <a:spLocks noGrp="1"/>
          </p:cNvSpPr>
          <p:nvPr>
            <p:ph type="body"/>
          </p:nvPr>
        </p:nvSpPr>
        <p:spPr>
          <a:xfrm>
            <a:off x="677160" y="4527360"/>
            <a:ext cx="8595000" cy="1512000"/>
          </a:xfrm>
          <a:prstGeom prst="rect">
            <a:avLst/>
          </a:prstGeom>
          <a:noFill/>
          <a:ln w="0">
            <a:noFill/>
          </a:ln>
        </p:spPr>
        <p:txBody>
          <a:bodyPr lIns="91440" rIns="91440" tIns="45720" bIns="45720" anchor="t">
            <a:normAutofit/>
          </a:bodyPr>
          <a:p>
            <a:pPr marL="432000" indent="-324000" defTabSz="457200">
              <a:lnSpc>
                <a:spcPct val="100000"/>
              </a:lnSpc>
              <a:spcBef>
                <a:spcPts val="1001"/>
              </a:spcBef>
              <a:buClr>
                <a:srgbClr val="000000"/>
              </a:buClr>
              <a:buSzPct val="45000"/>
              <a:buFont typeface="Wingdings" charset="2"/>
              <a:buChar char=""/>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16" name="PlaceHolder 3"/>
          <p:cNvSpPr>
            <a:spLocks noGrp="1"/>
          </p:cNvSpPr>
          <p:nvPr>
            <p:ph type="dt" idx="31"/>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7" name="PlaceHolder 4"/>
          <p:cNvSpPr>
            <a:spLocks noGrp="1"/>
          </p:cNvSpPr>
          <p:nvPr>
            <p:ph type="ftr" idx="32"/>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8" name="PlaceHolder 5"/>
          <p:cNvSpPr>
            <a:spLocks noGrp="1"/>
          </p:cNvSpPr>
          <p:nvPr>
            <p:ph type="sldNum" idx="33"/>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263CC60-5A70-4C68-96E2-05983E550F9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0"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21" name="Group 6"/>
          <p:cNvGrpSpPr/>
          <p:nvPr/>
        </p:nvGrpSpPr>
        <p:grpSpPr>
          <a:xfrm>
            <a:off x="0" y="-8640"/>
            <a:ext cx="12190320" cy="6868080"/>
            <a:chOff x="0" y="-8640"/>
            <a:chExt cx="12190320" cy="6868080"/>
          </a:xfrm>
        </p:grpSpPr>
        <p:cxnSp>
          <p:nvCxnSpPr>
            <p:cNvPr id="222" name="Straight Connector 19"/>
            <p:cNvCxnSpPr/>
            <p:nvPr/>
          </p:nvCxnSpPr>
          <p:spPr>
            <a:xfrm>
              <a:off x="9370800" y="0"/>
              <a:ext cx="1221120" cy="6859800"/>
            </a:xfrm>
            <a:prstGeom prst="straightConnector1">
              <a:avLst/>
            </a:prstGeom>
            <a:ln cap="rnd" w="9360">
              <a:solidFill>
                <a:srgbClr val="bfbfbf"/>
              </a:solidFill>
              <a:round/>
            </a:ln>
          </p:spPr>
        </p:cxnSp>
        <p:cxnSp>
          <p:nvCxnSpPr>
            <p:cNvPr id="223"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22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2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26"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2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2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2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30"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31"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232" name="PlaceHolder 1"/>
          <p:cNvSpPr>
            <a:spLocks noGrp="1"/>
          </p:cNvSpPr>
          <p:nvPr>
            <p:ph type="title"/>
          </p:nvPr>
        </p:nvSpPr>
        <p:spPr>
          <a:xfrm>
            <a:off x="931320" y="609480"/>
            <a:ext cx="8092440" cy="30207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33" name="PlaceHolder 2"/>
          <p:cNvSpPr>
            <a:spLocks noGrp="1"/>
          </p:cNvSpPr>
          <p:nvPr>
            <p:ph type="body"/>
          </p:nvPr>
        </p:nvSpPr>
        <p:spPr>
          <a:xfrm>
            <a:off x="677160" y="4013280"/>
            <a:ext cx="8595000" cy="512280"/>
          </a:xfrm>
          <a:prstGeom prst="rect">
            <a:avLst/>
          </a:prstGeom>
          <a:noFill/>
          <a:ln w="0">
            <a:noFill/>
          </a:ln>
        </p:spPr>
        <p:txBody>
          <a:bodyPr lIns="91440" rIns="91440" tIns="45720" bIns="45720" anchor="b">
            <a:noAutofit/>
          </a:bodyPr>
          <a:p>
            <a:pPr marL="432000" indent="-324000" defTabSz="457200">
              <a:lnSpc>
                <a:spcPct val="100000"/>
              </a:lnSpc>
              <a:spcBef>
                <a:spcPts val="1001"/>
              </a:spcBef>
              <a:buClr>
                <a:srgbClr val="000000"/>
              </a:buClr>
              <a:buSzPct val="45000"/>
              <a:buFont typeface="Wingdings" charset="2"/>
              <a:buChar char=""/>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4" name="PlaceHolder 3"/>
          <p:cNvSpPr>
            <a:spLocks noGrp="1"/>
          </p:cNvSpPr>
          <p:nvPr>
            <p:ph type="body"/>
          </p:nvPr>
        </p:nvSpPr>
        <p:spPr>
          <a:xfrm>
            <a:off x="677160" y="4527360"/>
            <a:ext cx="8595000" cy="1512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35" name="PlaceHolder 4"/>
          <p:cNvSpPr>
            <a:spLocks noGrp="1"/>
          </p:cNvSpPr>
          <p:nvPr>
            <p:ph type="dt" idx="34"/>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6" name="PlaceHolder 5"/>
          <p:cNvSpPr>
            <a:spLocks noGrp="1"/>
          </p:cNvSpPr>
          <p:nvPr>
            <p:ph type="ftr" idx="35"/>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7" name="PlaceHolder 6"/>
          <p:cNvSpPr>
            <a:spLocks noGrp="1"/>
          </p:cNvSpPr>
          <p:nvPr>
            <p:ph type="sldNum" idx="36"/>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DE05BA6-6520-431D-9F01-C3ABB27AD4F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38" name="TextBox 23"/>
          <p:cNvSpPr/>
          <p:nvPr/>
        </p:nvSpPr>
        <p:spPr>
          <a:xfrm>
            <a:off x="541800" y="790200"/>
            <a:ext cx="607680" cy="58284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239" name="TextBox 24"/>
          <p:cNvSpPr/>
          <p:nvPr/>
        </p:nvSpPr>
        <p:spPr>
          <a:xfrm>
            <a:off x="8893080" y="2886480"/>
            <a:ext cx="607680" cy="58284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2"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42" name="Group 6"/>
          <p:cNvGrpSpPr/>
          <p:nvPr/>
        </p:nvGrpSpPr>
        <p:grpSpPr>
          <a:xfrm>
            <a:off x="0" y="-8640"/>
            <a:ext cx="12190320" cy="6868080"/>
            <a:chOff x="0" y="-8640"/>
            <a:chExt cx="12190320" cy="6868080"/>
          </a:xfrm>
        </p:grpSpPr>
        <p:cxnSp>
          <p:nvCxnSpPr>
            <p:cNvPr id="243" name="Straight Connector 19"/>
            <p:cNvCxnSpPr/>
            <p:nvPr/>
          </p:nvCxnSpPr>
          <p:spPr>
            <a:xfrm>
              <a:off x="9370800" y="0"/>
              <a:ext cx="1221120" cy="6859800"/>
            </a:xfrm>
            <a:prstGeom prst="straightConnector1">
              <a:avLst/>
            </a:prstGeom>
            <a:ln cap="rnd" w="9360">
              <a:solidFill>
                <a:srgbClr val="bfbfbf"/>
              </a:solidFill>
              <a:round/>
            </a:ln>
          </p:spPr>
        </p:cxnSp>
        <p:cxnSp>
          <p:nvCxnSpPr>
            <p:cNvPr id="244"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245"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46"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47"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48"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49"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50"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51"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52"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253" name="PlaceHolder 1"/>
          <p:cNvSpPr>
            <a:spLocks noGrp="1"/>
          </p:cNvSpPr>
          <p:nvPr>
            <p:ph type="title"/>
          </p:nvPr>
        </p:nvSpPr>
        <p:spPr>
          <a:xfrm>
            <a:off x="685800" y="609480"/>
            <a:ext cx="8586360" cy="30207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54" name="PlaceHolder 2"/>
          <p:cNvSpPr>
            <a:spLocks noGrp="1"/>
          </p:cNvSpPr>
          <p:nvPr>
            <p:ph type="body"/>
          </p:nvPr>
        </p:nvSpPr>
        <p:spPr>
          <a:xfrm>
            <a:off x="677160" y="4013280"/>
            <a:ext cx="8595000" cy="512280"/>
          </a:xfrm>
          <a:prstGeom prst="rect">
            <a:avLst/>
          </a:prstGeom>
          <a:noFill/>
          <a:ln w="0">
            <a:noFill/>
          </a:ln>
        </p:spPr>
        <p:txBody>
          <a:bodyPr lIns="91440" rIns="91440" tIns="45720" bIns="45720" anchor="b">
            <a:noAutofit/>
          </a:bodyPr>
          <a:p>
            <a:pPr marL="432000" indent="-324000" defTabSz="457200">
              <a:lnSpc>
                <a:spcPct val="100000"/>
              </a:lnSpc>
              <a:spcBef>
                <a:spcPts val="1001"/>
              </a:spcBef>
              <a:buClr>
                <a:srgbClr val="000000"/>
              </a:buClr>
              <a:buSzPct val="45000"/>
              <a:buFont typeface="Wingdings" charset="2"/>
              <a:buChar char=""/>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55" name="PlaceHolder 3"/>
          <p:cNvSpPr>
            <a:spLocks noGrp="1"/>
          </p:cNvSpPr>
          <p:nvPr>
            <p:ph type="body"/>
          </p:nvPr>
        </p:nvSpPr>
        <p:spPr>
          <a:xfrm>
            <a:off x="677160" y="4527360"/>
            <a:ext cx="8595000" cy="1512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56" name="PlaceHolder 4"/>
          <p:cNvSpPr>
            <a:spLocks noGrp="1"/>
          </p:cNvSpPr>
          <p:nvPr>
            <p:ph type="dt" idx="37"/>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57" name="PlaceHolder 5"/>
          <p:cNvSpPr>
            <a:spLocks noGrp="1"/>
          </p:cNvSpPr>
          <p:nvPr>
            <p:ph type="ftr" idx="38"/>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8" name="PlaceHolder 6"/>
          <p:cNvSpPr>
            <a:spLocks noGrp="1"/>
          </p:cNvSpPr>
          <p:nvPr>
            <p:ph type="sldNum" idx="39"/>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9743B4C-6D1E-4B29-B918-C686FF7EBCD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4"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1" name="Group 6"/>
          <p:cNvGrpSpPr/>
          <p:nvPr/>
        </p:nvGrpSpPr>
        <p:grpSpPr>
          <a:xfrm>
            <a:off x="0" y="-8640"/>
            <a:ext cx="12190320" cy="6868080"/>
            <a:chOff x="0" y="-8640"/>
            <a:chExt cx="12190320" cy="6868080"/>
          </a:xfrm>
        </p:grpSpPr>
        <p:cxnSp>
          <p:nvCxnSpPr>
            <p:cNvPr id="262" name="Straight Connector 19"/>
            <p:cNvCxnSpPr/>
            <p:nvPr/>
          </p:nvCxnSpPr>
          <p:spPr>
            <a:xfrm>
              <a:off x="9370800" y="0"/>
              <a:ext cx="1221120" cy="6859800"/>
            </a:xfrm>
            <a:prstGeom prst="straightConnector1">
              <a:avLst/>
            </a:prstGeom>
            <a:ln cap="rnd" w="9360">
              <a:solidFill>
                <a:srgbClr val="bfbfbf"/>
              </a:solidFill>
              <a:round/>
            </a:ln>
          </p:spPr>
        </p:cxnSp>
        <p:cxnSp>
          <p:nvCxnSpPr>
            <p:cNvPr id="263"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26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6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66"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6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6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6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70"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71"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272" name="PlaceHolder 1"/>
          <p:cNvSpPr>
            <a:spLocks noGrp="1"/>
          </p:cNvSpPr>
          <p:nvPr>
            <p:ph type="title"/>
          </p:nvPr>
        </p:nvSpPr>
        <p:spPr>
          <a:xfrm>
            <a:off x="677160" y="609480"/>
            <a:ext cx="8595000" cy="13190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73" name="PlaceHolder 2"/>
          <p:cNvSpPr>
            <a:spLocks noGrp="1"/>
          </p:cNvSpPr>
          <p:nvPr>
            <p:ph type="body"/>
          </p:nvPr>
        </p:nvSpPr>
        <p:spPr>
          <a:xfrm>
            <a:off x="677160" y="2160720"/>
            <a:ext cx="8595000" cy="3879000"/>
          </a:xfrm>
          <a:prstGeom prst="rect">
            <a:avLst/>
          </a:prstGeom>
          <a:noFill/>
          <a:ln w="0">
            <a:noFill/>
          </a:ln>
        </p:spPr>
        <p:txBody>
          <a:bodyPr lIns="91440" rIns="91440" tIns="45720" bIns="45720" anchor="t" vert="eaVert">
            <a:noAutofit/>
          </a:bodyPr>
          <a:p>
            <a:pPr marL="432000" indent="-324000" defTabSz="457200">
              <a:lnSpc>
                <a:spcPct val="100000"/>
              </a:lnSpc>
              <a:spcBef>
                <a:spcPts val="1001"/>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864000" lvl="1" indent="-324000" defTabSz="457200">
              <a:lnSpc>
                <a:spcPct val="100000"/>
              </a:lnSpc>
              <a:spcBef>
                <a:spcPts val="1001"/>
              </a:spcBef>
              <a:buClr>
                <a:srgbClr val="000000"/>
              </a:buClr>
              <a:buSzPct val="75000"/>
              <a:buFont typeface="Symbol"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296000" lvl="2" indent="-288000" defTabSz="457200">
              <a:lnSpc>
                <a:spcPct val="100000"/>
              </a:lnSpc>
              <a:spcBef>
                <a:spcPts val="1001"/>
              </a:spcBef>
              <a:buClr>
                <a:srgbClr val="000000"/>
              </a:buClr>
              <a:buSzPct val="45000"/>
              <a:buFont typeface="Wingdings"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728000" lvl="3" indent="-216000" defTabSz="457200">
              <a:lnSpc>
                <a:spcPct val="100000"/>
              </a:lnSpc>
              <a:spcBef>
                <a:spcPts val="1001"/>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160000" lvl="4" indent="-216000" defTabSz="457200">
              <a:lnSpc>
                <a:spcPct val="100000"/>
              </a:lnSpc>
              <a:spcBef>
                <a:spcPts val="1001"/>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74" name="PlaceHolder 3"/>
          <p:cNvSpPr>
            <a:spLocks noGrp="1"/>
          </p:cNvSpPr>
          <p:nvPr>
            <p:ph type="dt" idx="40"/>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75" name="PlaceHolder 4"/>
          <p:cNvSpPr>
            <a:spLocks noGrp="1"/>
          </p:cNvSpPr>
          <p:nvPr>
            <p:ph type="ftr" idx="41"/>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76" name="PlaceHolder 5"/>
          <p:cNvSpPr>
            <a:spLocks noGrp="1"/>
          </p:cNvSpPr>
          <p:nvPr>
            <p:ph type="sldNum" idx="42"/>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C39DA3F-A653-4DC3-A2BD-F8D4E443517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6"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79" name="Group 6"/>
          <p:cNvGrpSpPr/>
          <p:nvPr/>
        </p:nvGrpSpPr>
        <p:grpSpPr>
          <a:xfrm>
            <a:off x="0" y="-8640"/>
            <a:ext cx="12190320" cy="6868080"/>
            <a:chOff x="0" y="-8640"/>
            <a:chExt cx="12190320" cy="6868080"/>
          </a:xfrm>
        </p:grpSpPr>
        <p:cxnSp>
          <p:nvCxnSpPr>
            <p:cNvPr id="280" name="Straight Connector 19"/>
            <p:cNvCxnSpPr/>
            <p:nvPr/>
          </p:nvCxnSpPr>
          <p:spPr>
            <a:xfrm>
              <a:off x="9370800" y="0"/>
              <a:ext cx="1221120" cy="6859800"/>
            </a:xfrm>
            <a:prstGeom prst="straightConnector1">
              <a:avLst/>
            </a:prstGeom>
            <a:ln cap="rnd" w="9360">
              <a:solidFill>
                <a:srgbClr val="bfbfbf"/>
              </a:solidFill>
              <a:round/>
            </a:ln>
          </p:spPr>
        </p:cxnSp>
        <p:cxnSp>
          <p:nvCxnSpPr>
            <p:cNvPr id="281"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282"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83"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84"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85"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286"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87"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88"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89"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290" name="PlaceHolder 1"/>
          <p:cNvSpPr>
            <a:spLocks noGrp="1"/>
          </p:cNvSpPr>
          <p:nvPr>
            <p:ph type="title"/>
          </p:nvPr>
        </p:nvSpPr>
        <p:spPr>
          <a:xfrm>
            <a:off x="677160" y="1131480"/>
            <a:ext cx="8595000" cy="27468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Noto Serif"/>
              </a:rPr>
              <a:t>Click to edit the title text format</a:t>
            </a:r>
            <a:endParaRPr lang="en-US" sz="4400" b="0" u="none" strike="noStrike">
              <a:solidFill>
                <a:srgbClr val="000000"/>
              </a:solidFill>
              <a:effectLst/>
              <a:uFillTx/>
              <a:latin typeface="Noto Serif"/>
            </a:endParaRPr>
          </a:p>
        </p:txBody>
      </p:sp>
      <p:sp>
        <p:nvSpPr>
          <p:cNvPr id="291" name="PlaceHolder 2"/>
          <p:cNvSpPr>
            <a:spLocks noGrp="1"/>
          </p:cNvSpPr>
          <p:nvPr>
            <p:ph type="ftr" idx="43"/>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92" name="PlaceHolder 3"/>
          <p:cNvSpPr>
            <a:spLocks noGrp="1"/>
          </p:cNvSpPr>
          <p:nvPr>
            <p:ph type="sldNum" idx="44"/>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D29F617-51E3-42D7-9D65-C2AAE1EDED3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93" name="PlaceHolder 4"/>
          <p:cNvSpPr>
            <a:spLocks noGrp="1"/>
          </p:cNvSpPr>
          <p:nvPr>
            <p:ph type="dt" idx="45"/>
          </p:nvPr>
        </p:nvSpPr>
        <p:spPr>
          <a:xfrm>
            <a:off x="7205040" y="6041520"/>
            <a:ext cx="910080" cy="3632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96" name="Group 6"/>
          <p:cNvGrpSpPr/>
          <p:nvPr/>
        </p:nvGrpSpPr>
        <p:grpSpPr>
          <a:xfrm>
            <a:off x="0" y="-8640"/>
            <a:ext cx="12190320" cy="6868080"/>
            <a:chOff x="0" y="-8640"/>
            <a:chExt cx="12190320" cy="6868080"/>
          </a:xfrm>
        </p:grpSpPr>
        <p:cxnSp>
          <p:nvCxnSpPr>
            <p:cNvPr id="297" name="Straight Connector 19"/>
            <p:cNvCxnSpPr/>
            <p:nvPr/>
          </p:nvCxnSpPr>
          <p:spPr>
            <a:xfrm>
              <a:off x="9370800" y="0"/>
              <a:ext cx="1221120" cy="6859800"/>
            </a:xfrm>
            <a:prstGeom prst="straightConnector1">
              <a:avLst/>
            </a:prstGeom>
            <a:ln cap="rnd" w="9360">
              <a:solidFill>
                <a:srgbClr val="bfbfbf"/>
              </a:solidFill>
              <a:round/>
            </a:ln>
          </p:spPr>
        </p:cxnSp>
        <p:cxnSp>
          <p:nvCxnSpPr>
            <p:cNvPr id="298"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299"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00"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01"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02"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03"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04"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05"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06"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307" name="PlaceHolder 1"/>
          <p:cNvSpPr>
            <a:spLocks noGrp="1"/>
          </p:cNvSpPr>
          <p:nvPr>
            <p:ph type="title"/>
          </p:nvPr>
        </p:nvSpPr>
        <p:spPr>
          <a:xfrm>
            <a:off x="677160" y="1131480"/>
            <a:ext cx="8595000" cy="27468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Noto Serif"/>
              </a:rPr>
              <a:t>Click to edit the title text format</a:t>
            </a:r>
            <a:endParaRPr lang="en-US" sz="4400" b="0" u="none" strike="noStrike">
              <a:solidFill>
                <a:srgbClr val="000000"/>
              </a:solidFill>
              <a:effectLst/>
              <a:uFillTx/>
              <a:latin typeface="Noto Serif"/>
            </a:endParaRPr>
          </a:p>
        </p:txBody>
      </p:sp>
      <p:sp>
        <p:nvSpPr>
          <p:cNvPr id="308" name="PlaceHolder 2"/>
          <p:cNvSpPr>
            <a:spLocks noGrp="1"/>
          </p:cNvSpPr>
          <p:nvPr>
            <p:ph type="ftr" idx="46"/>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9" name="PlaceHolder 3"/>
          <p:cNvSpPr>
            <a:spLocks noGrp="1"/>
          </p:cNvSpPr>
          <p:nvPr>
            <p:ph type="sldNum" idx="47"/>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DBD41EA-DEE4-43E9-BFC3-16E76608E3A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10" name="PlaceHolder 4"/>
          <p:cNvSpPr>
            <a:spLocks noGrp="1"/>
          </p:cNvSpPr>
          <p:nvPr>
            <p:ph type="dt" idx="48"/>
          </p:nvPr>
        </p:nvSpPr>
        <p:spPr>
          <a:xfrm>
            <a:off x="7205040" y="6041520"/>
            <a:ext cx="910080" cy="3632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0"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3" name="Group 6"/>
          <p:cNvGrpSpPr/>
          <p:nvPr/>
        </p:nvGrpSpPr>
        <p:grpSpPr>
          <a:xfrm>
            <a:off x="0" y="-8640"/>
            <a:ext cx="12190320" cy="6868080"/>
            <a:chOff x="0" y="-8640"/>
            <a:chExt cx="12190320" cy="6868080"/>
          </a:xfrm>
        </p:grpSpPr>
        <p:cxnSp>
          <p:nvCxnSpPr>
            <p:cNvPr id="314" name="Straight Connector 19"/>
            <p:cNvCxnSpPr/>
            <p:nvPr/>
          </p:nvCxnSpPr>
          <p:spPr>
            <a:xfrm>
              <a:off x="9370800" y="0"/>
              <a:ext cx="1221120" cy="6859800"/>
            </a:xfrm>
            <a:prstGeom prst="straightConnector1">
              <a:avLst/>
            </a:prstGeom>
            <a:ln cap="rnd" w="9360">
              <a:solidFill>
                <a:srgbClr val="bfbfbf"/>
              </a:solidFill>
              <a:round/>
            </a:ln>
          </p:spPr>
        </p:cxnSp>
        <p:cxnSp>
          <p:nvCxnSpPr>
            <p:cNvPr id="315"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31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1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18"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1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2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2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22"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23"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324" name="PlaceHolder 1"/>
          <p:cNvSpPr>
            <a:spLocks noGrp="1"/>
          </p:cNvSpPr>
          <p:nvPr>
            <p:ph type="title"/>
          </p:nvPr>
        </p:nvSpPr>
        <p:spPr>
          <a:xfrm>
            <a:off x="677160" y="1131480"/>
            <a:ext cx="8595000" cy="27468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Noto Serif"/>
              </a:rPr>
              <a:t>Click to edit the title text format</a:t>
            </a:r>
            <a:endParaRPr lang="en-US" sz="4400" b="0" u="none" strike="noStrike">
              <a:solidFill>
                <a:srgbClr val="000000"/>
              </a:solidFill>
              <a:effectLst/>
              <a:uFillTx/>
              <a:latin typeface="Noto Serif"/>
            </a:endParaRPr>
          </a:p>
        </p:txBody>
      </p:sp>
      <p:sp>
        <p:nvSpPr>
          <p:cNvPr id="325" name="PlaceHolder 2"/>
          <p:cNvSpPr>
            <a:spLocks noGrp="1"/>
          </p:cNvSpPr>
          <p:nvPr>
            <p:ph type="ftr" idx="49"/>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6" name="PlaceHolder 3"/>
          <p:cNvSpPr>
            <a:spLocks noGrp="1"/>
          </p:cNvSpPr>
          <p:nvPr>
            <p:ph type="sldNum" idx="50"/>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E66FE7C-B5F6-4FF9-B4A7-C32E28D7472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27" name="PlaceHolder 4"/>
          <p:cNvSpPr>
            <a:spLocks noGrp="1"/>
          </p:cNvSpPr>
          <p:nvPr>
            <p:ph type="dt" idx="51"/>
          </p:nvPr>
        </p:nvSpPr>
        <p:spPr>
          <a:xfrm>
            <a:off x="7205040" y="6041520"/>
            <a:ext cx="910080" cy="36324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2"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30" name="Group 6"/>
          <p:cNvGrpSpPr/>
          <p:nvPr/>
        </p:nvGrpSpPr>
        <p:grpSpPr>
          <a:xfrm>
            <a:off x="0" y="-8640"/>
            <a:ext cx="12190320" cy="6868080"/>
            <a:chOff x="0" y="-8640"/>
            <a:chExt cx="12190320" cy="6868080"/>
          </a:xfrm>
        </p:grpSpPr>
        <p:cxnSp>
          <p:nvCxnSpPr>
            <p:cNvPr id="331" name="Straight Connector 19"/>
            <p:cNvCxnSpPr/>
            <p:nvPr/>
          </p:nvCxnSpPr>
          <p:spPr>
            <a:xfrm>
              <a:off x="9370800" y="0"/>
              <a:ext cx="1221120" cy="6859800"/>
            </a:xfrm>
            <a:prstGeom prst="straightConnector1">
              <a:avLst/>
            </a:prstGeom>
            <a:ln cap="rnd" w="9360">
              <a:solidFill>
                <a:srgbClr val="bfbfbf"/>
              </a:solidFill>
              <a:round/>
            </a:ln>
          </p:spPr>
        </p:cxnSp>
        <p:cxnSp>
          <p:nvCxnSpPr>
            <p:cNvPr id="332"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333"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34"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35"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36"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37"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38"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39"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40"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341" name="PlaceHolder 1"/>
          <p:cNvSpPr>
            <a:spLocks noGrp="1"/>
          </p:cNvSpPr>
          <p:nvPr>
            <p:ph type="title"/>
          </p:nvPr>
        </p:nvSpPr>
        <p:spPr>
          <a:xfrm>
            <a:off x="677160" y="609480"/>
            <a:ext cx="8595000" cy="131904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42" name="PlaceHolder 2"/>
          <p:cNvSpPr>
            <a:spLocks noGrp="1"/>
          </p:cNvSpPr>
          <p:nvPr>
            <p:ph type="body"/>
          </p:nvPr>
        </p:nvSpPr>
        <p:spPr>
          <a:xfrm>
            <a:off x="677160" y="2160720"/>
            <a:ext cx="8595000" cy="387900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864000" lvl="1" indent="-324000" defTabSz="457200">
              <a:lnSpc>
                <a:spcPct val="100000"/>
              </a:lnSpc>
              <a:spcBef>
                <a:spcPts val="1001"/>
              </a:spcBef>
              <a:buClr>
                <a:srgbClr val="000000"/>
              </a:buClr>
              <a:buSzPct val="75000"/>
              <a:buFont typeface="Symbol"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296000" lvl="2" indent="-288000" defTabSz="457200">
              <a:lnSpc>
                <a:spcPct val="100000"/>
              </a:lnSpc>
              <a:spcBef>
                <a:spcPts val="1001"/>
              </a:spcBef>
              <a:buClr>
                <a:srgbClr val="000000"/>
              </a:buClr>
              <a:buSzPct val="45000"/>
              <a:buFont typeface="Wingdings"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728000" lvl="3" indent="-216000" defTabSz="457200">
              <a:lnSpc>
                <a:spcPct val="100000"/>
              </a:lnSpc>
              <a:spcBef>
                <a:spcPts val="1001"/>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160000" lvl="4" indent="-216000" defTabSz="457200">
              <a:lnSpc>
                <a:spcPct val="100000"/>
              </a:lnSpc>
              <a:spcBef>
                <a:spcPts val="1001"/>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43" name="PlaceHolder 3"/>
          <p:cNvSpPr>
            <a:spLocks noGrp="1"/>
          </p:cNvSpPr>
          <p:nvPr>
            <p:ph type="dt" idx="52"/>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44" name="PlaceHolder 4"/>
          <p:cNvSpPr>
            <a:spLocks noGrp="1"/>
          </p:cNvSpPr>
          <p:nvPr>
            <p:ph type="ftr" idx="53"/>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5" name="PlaceHolder 5"/>
          <p:cNvSpPr>
            <a:spLocks noGrp="1"/>
          </p:cNvSpPr>
          <p:nvPr>
            <p:ph type="sldNum" idx="54"/>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42030AC-8F72-492C-8294-011D33E2AAA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4"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48" name="Group 6"/>
          <p:cNvGrpSpPr/>
          <p:nvPr/>
        </p:nvGrpSpPr>
        <p:grpSpPr>
          <a:xfrm>
            <a:off x="0" y="-8640"/>
            <a:ext cx="12190320" cy="6868080"/>
            <a:chOff x="0" y="-8640"/>
            <a:chExt cx="12190320" cy="6868080"/>
          </a:xfrm>
        </p:grpSpPr>
        <p:cxnSp>
          <p:nvCxnSpPr>
            <p:cNvPr id="349" name="Straight Connector 19"/>
            <p:cNvCxnSpPr/>
            <p:nvPr/>
          </p:nvCxnSpPr>
          <p:spPr>
            <a:xfrm>
              <a:off x="9370800" y="0"/>
              <a:ext cx="1221120" cy="6859800"/>
            </a:xfrm>
            <a:prstGeom prst="straightConnector1">
              <a:avLst/>
            </a:prstGeom>
            <a:ln cap="rnd" w="9360">
              <a:solidFill>
                <a:srgbClr val="bfbfbf"/>
              </a:solidFill>
              <a:round/>
            </a:ln>
          </p:spPr>
        </p:cxnSp>
        <p:cxnSp>
          <p:nvCxnSpPr>
            <p:cNvPr id="350"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35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5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53"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5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5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5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57"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58"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359" name="PlaceHolder 1"/>
          <p:cNvSpPr>
            <a:spLocks noGrp="1"/>
          </p:cNvSpPr>
          <p:nvPr>
            <p:ph type="title"/>
          </p:nvPr>
        </p:nvSpPr>
        <p:spPr>
          <a:xfrm>
            <a:off x="677160" y="609480"/>
            <a:ext cx="8595000" cy="131904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60" name="PlaceHolder 2"/>
          <p:cNvSpPr>
            <a:spLocks noGrp="1"/>
          </p:cNvSpPr>
          <p:nvPr>
            <p:ph type="body"/>
          </p:nvPr>
        </p:nvSpPr>
        <p:spPr>
          <a:xfrm>
            <a:off x="677160" y="2160720"/>
            <a:ext cx="8595000" cy="3879000"/>
          </a:xfrm>
          <a:prstGeom prst="rect">
            <a:avLst/>
          </a:prstGeom>
          <a:noFill/>
          <a:ln w="0">
            <a:noFill/>
          </a:ln>
        </p:spPr>
        <p:txBody>
          <a:bodyPr lIns="91440" rIns="91440" tIns="45720" bIns="45720" anchor="t">
            <a:noAutofit/>
          </a:bodyPr>
          <a:p>
            <a:pPr marL="432000" indent="-324000" defTabSz="457200">
              <a:lnSpc>
                <a:spcPct val="100000"/>
              </a:lnSpc>
              <a:spcBef>
                <a:spcPts val="1001"/>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864000" lvl="1" indent="-324000" defTabSz="457200">
              <a:lnSpc>
                <a:spcPct val="100000"/>
              </a:lnSpc>
              <a:spcBef>
                <a:spcPts val="1001"/>
              </a:spcBef>
              <a:buClr>
                <a:srgbClr val="000000"/>
              </a:buClr>
              <a:buSzPct val="75000"/>
              <a:buFont typeface="Symbol"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296000" lvl="2" indent="-288000" defTabSz="457200">
              <a:lnSpc>
                <a:spcPct val="100000"/>
              </a:lnSpc>
              <a:spcBef>
                <a:spcPts val="1001"/>
              </a:spcBef>
              <a:buClr>
                <a:srgbClr val="000000"/>
              </a:buClr>
              <a:buSzPct val="45000"/>
              <a:buFont typeface="Wingdings"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728000" lvl="3" indent="-216000" defTabSz="457200">
              <a:lnSpc>
                <a:spcPct val="100000"/>
              </a:lnSpc>
              <a:spcBef>
                <a:spcPts val="1001"/>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160000" lvl="4" indent="-216000" defTabSz="457200">
              <a:lnSpc>
                <a:spcPct val="100000"/>
              </a:lnSpc>
              <a:spcBef>
                <a:spcPts val="1001"/>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61" name="PlaceHolder 3"/>
          <p:cNvSpPr>
            <a:spLocks noGrp="1"/>
          </p:cNvSpPr>
          <p:nvPr>
            <p:ph type="dt" idx="55"/>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62" name="PlaceHolder 4"/>
          <p:cNvSpPr>
            <a:spLocks noGrp="1"/>
          </p:cNvSpPr>
          <p:nvPr>
            <p:ph type="ftr" idx="56"/>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63" name="PlaceHolder 5"/>
          <p:cNvSpPr>
            <a:spLocks noGrp="1"/>
          </p:cNvSpPr>
          <p:nvPr>
            <p:ph type="sldNum" idx="57"/>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2C38A29-F0F3-4287-8AA1-65A86BBF72C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6"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66" name="Group 6"/>
          <p:cNvGrpSpPr/>
          <p:nvPr/>
        </p:nvGrpSpPr>
        <p:grpSpPr>
          <a:xfrm>
            <a:off x="0" y="-8640"/>
            <a:ext cx="12190320" cy="6868080"/>
            <a:chOff x="0" y="-8640"/>
            <a:chExt cx="12190320" cy="6868080"/>
          </a:xfrm>
        </p:grpSpPr>
        <p:cxnSp>
          <p:nvCxnSpPr>
            <p:cNvPr id="367" name="Straight Connector 19"/>
            <p:cNvCxnSpPr/>
            <p:nvPr/>
          </p:nvCxnSpPr>
          <p:spPr>
            <a:xfrm>
              <a:off x="9370800" y="0"/>
              <a:ext cx="1221120" cy="6859800"/>
            </a:xfrm>
            <a:prstGeom prst="straightConnector1">
              <a:avLst/>
            </a:prstGeom>
            <a:ln cap="rnd" w="9360">
              <a:solidFill>
                <a:srgbClr val="bfbfbf"/>
              </a:solidFill>
              <a:round/>
            </a:ln>
          </p:spPr>
        </p:cxnSp>
        <p:cxnSp>
          <p:nvCxnSpPr>
            <p:cNvPr id="368" name="Straight Connector 20"/>
            <p:cNvCxnSpPr/>
            <p:nvPr/>
          </p:nvCxnSpPr>
          <p:spPr>
            <a:xfrm flipH="1">
              <a:off x="7425000" y="3681360"/>
              <a:ext cx="4765320" cy="3178440"/>
            </a:xfrm>
            <a:prstGeom prst="straightConnector1">
              <a:avLst/>
            </a:prstGeom>
            <a:ln cap="rnd" w="9360">
              <a:solidFill>
                <a:srgbClr val="d9d9d9"/>
              </a:solidFill>
              <a:round/>
            </a:ln>
          </p:spPr>
        </p:cxnSp>
        <p:sp>
          <p:nvSpPr>
            <p:cNvPr id="369"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70"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71" name="Isosceles Triangle 23"/>
            <p:cNvSpPr/>
            <p:nvPr/>
          </p:nvSpPr>
          <p:spPr>
            <a:xfrm>
              <a:off x="8932320" y="3048120"/>
              <a:ext cx="3258000" cy="3808080"/>
            </a:xfrm>
            <a:prstGeom prst="triangle">
              <a:avLst>
                <a:gd name="adj" fmla="val 100000"/>
              </a:avLst>
            </a:prstGeom>
            <a:solidFill>
              <a:schemeClr val="accent2">
                <a:alpha val="72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72"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73"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74"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75" name="Isosceles Triangle 27"/>
            <p:cNvSpPr/>
            <p:nvPr/>
          </p:nvSpPr>
          <p:spPr>
            <a:xfrm>
              <a:off x="10371600" y="3589920"/>
              <a:ext cx="1815480" cy="3266280"/>
            </a:xfrm>
            <a:prstGeom prst="triangle">
              <a:avLst>
                <a:gd name="adj" fmla="val 100000"/>
              </a:avLst>
            </a:prstGeom>
            <a:solidFill>
              <a:schemeClr val="accent1">
                <a:alpha val="80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76" name="Isosceles Triangle 28"/>
            <p:cNvSpPr/>
            <p:nvPr/>
          </p:nvSpPr>
          <p:spPr>
            <a:xfrm>
              <a:off x="0" y="4013280"/>
              <a:ext cx="446760" cy="2842920"/>
            </a:xfrm>
            <a:prstGeom prst="triangle">
              <a:avLst>
                <a:gd name="adj" fmla="val 0"/>
              </a:avLst>
            </a:prstGeom>
            <a:solidFill>
              <a:schemeClr val="accent1">
                <a:alpha val="85000"/>
              </a:schemeClr>
            </a:solidFill>
            <a:ln w="12600">
              <a:noFill/>
            </a:ln>
            <a:effectLst>
              <a:outerShdw dist="25560" dir="5400000" blurRad="38160" rotWithShape="0">
                <a:srgbClr val="000000">
                  <a:alpha val="35000"/>
                </a:srgbClr>
              </a:outerShdw>
            </a:effectLst>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Noto Serif"/>
              </a:endParaRPr>
            </a:p>
          </p:txBody>
        </p:sp>
      </p:grpSp>
      <p:sp>
        <p:nvSpPr>
          <p:cNvPr id="377" name="PlaceHolder 1"/>
          <p:cNvSpPr>
            <a:spLocks noGrp="1"/>
          </p:cNvSpPr>
          <p:nvPr>
            <p:ph type="dt" idx="58"/>
          </p:nvPr>
        </p:nvSpPr>
        <p:spPr>
          <a:xfrm>
            <a:off x="7205040" y="6041520"/>
            <a:ext cx="9100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78" name="PlaceHolder 2"/>
          <p:cNvSpPr>
            <a:spLocks noGrp="1"/>
          </p:cNvSpPr>
          <p:nvPr>
            <p:ph type="ftr" idx="59"/>
          </p:nvPr>
        </p:nvSpPr>
        <p:spPr>
          <a:xfrm>
            <a:off x="677160" y="6041520"/>
            <a:ext cx="629568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79" name="PlaceHolder 3"/>
          <p:cNvSpPr>
            <a:spLocks noGrp="1"/>
          </p:cNvSpPr>
          <p:nvPr>
            <p:ph type="sldNum" idx="60"/>
          </p:nvPr>
        </p:nvSpPr>
        <p:spPr>
          <a:xfrm>
            <a:off x="8590680" y="6041520"/>
            <a:ext cx="681480" cy="3632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AEEF82E-CD88-43FA-8398-382B799A38C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80" name="PlaceHolder 4"/>
          <p:cNvSpPr>
            <a:spLocks noGrp="1"/>
          </p:cNvSpPr>
          <p:nvPr>
            <p:ph type="title"/>
          </p:nvPr>
        </p:nvSpPr>
        <p:spPr>
          <a:xfrm>
            <a:off x="609480" y="273600"/>
            <a:ext cx="10971000" cy="114336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81" name="PlaceHolder 5"/>
          <p:cNvSpPr>
            <a:spLocks noGrp="1"/>
          </p:cNvSpPr>
          <p:nvPr>
            <p:ph type="body"/>
          </p:nvPr>
        </p:nvSpPr>
        <p:spPr>
          <a:xfrm>
            <a:off x="609480" y="1604520"/>
            <a:ext cx="10971000" cy="39758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88"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1371600" y="301680"/>
            <a:ext cx="7692840" cy="1068480"/>
          </a:xfrm>
          <a:prstGeom prst="rect">
            <a:avLst/>
          </a:prstGeom>
          <a:noFill/>
          <a:ln w="0">
            <a:noFill/>
          </a:ln>
        </p:spPr>
        <p:txBody>
          <a:bodyPr lIns="91440" rIns="91440" tIns="45720" bIns="45720" anchor="b">
            <a:normAutofit fontScale="77500" lnSpcReduction="19999"/>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 A Cloud-Based Data Leakage Prevention System Using Rule-Based Content Inspection</a:t>
            </a:r>
            <a:endParaRPr lang="en-US" sz="3200" b="0" u="none" strike="noStrike">
              <a:solidFill>
                <a:srgbClr val="000000"/>
              </a:solidFill>
              <a:effectLst/>
              <a:uFillTx/>
              <a:latin typeface="Noto Serif"/>
            </a:endParaRPr>
          </a:p>
        </p:txBody>
      </p:sp>
      <p:sp>
        <p:nvSpPr>
          <p:cNvPr id="391" name="PlaceHolder 2"/>
          <p:cNvSpPr>
            <a:spLocks noGrp="1"/>
          </p:cNvSpPr>
          <p:nvPr>
            <p:ph type="subTitle"/>
          </p:nvPr>
        </p:nvSpPr>
        <p:spPr>
          <a:xfrm>
            <a:off x="2081880" y="2558520"/>
            <a:ext cx="8500320" cy="2828880"/>
          </a:xfrm>
          <a:prstGeom prst="rect">
            <a:avLst/>
          </a:prstGeom>
          <a:noFill/>
          <a:ln w="0">
            <a:noFill/>
          </a:ln>
        </p:spPr>
        <p:txBody>
          <a:bodyPr lIns="91440" rIns="91440" tIns="45720" bIns="45720" anchor="t">
            <a:normAutofit lnSpcReduction="9999"/>
          </a:bodyPr>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TEAM MEMBERS : SABARIRAJA. S     ( 620822205090 ) </a:t>
            </a:r>
            <a:endParaRPr lang="en-US" sz="1800" b="0" u="none" strike="noStrike">
              <a:solidFill>
                <a:srgbClr val="000000"/>
              </a:solidFill>
              <a:effectLst/>
              <a:uFillTx/>
              <a:latin typeface="Noto Serif"/>
            </a:endParaRPr>
          </a:p>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RANJITH. P            ( 620822205084 ) </a:t>
            </a:r>
            <a:endParaRPr lang="en-US" sz="1800" b="0" u="none" strike="noStrike">
              <a:solidFill>
                <a:srgbClr val="000000"/>
              </a:solidFill>
              <a:effectLst/>
              <a:uFillTx/>
              <a:latin typeface="Noto Serif"/>
            </a:endParaRPr>
          </a:p>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SHANTHOSH. M   ( 620822205098 )</a:t>
            </a:r>
            <a:endParaRPr lang="en-US" sz="1800" b="0" u="none" strike="noStrike">
              <a:solidFill>
                <a:srgbClr val="000000"/>
              </a:solidFill>
              <a:effectLst/>
              <a:uFillTx/>
              <a:latin typeface="Noto Serif"/>
            </a:endParaRPr>
          </a:p>
          <a:p>
            <a:pPr indent="0" defTabSz="457200">
              <a:lnSpc>
                <a:spcPct val="100000"/>
              </a:lnSpc>
              <a:spcBef>
                <a:spcPts val="1191"/>
              </a:spcBef>
              <a:spcAft>
                <a:spcPts val="992"/>
              </a:spcAft>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ROHITH. V             ( 620822205088 )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JAYANTHI. R,AP/IT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0" y="0"/>
            <a:ext cx="859500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Abstract</a:t>
            </a:r>
            <a:endParaRPr lang="en-US" sz="2800" b="0" u="none" strike="noStrike">
              <a:solidFill>
                <a:srgbClr val="000000"/>
              </a:solidFill>
              <a:effectLst/>
              <a:uFillTx/>
              <a:latin typeface="Noto Serif"/>
            </a:endParaRPr>
          </a:p>
        </p:txBody>
      </p:sp>
      <p:sp>
        <p:nvSpPr>
          <p:cNvPr id="393" name="PlaceHolder 4"/>
          <p:cNvSpPr txBox="1"/>
          <p:nvPr/>
        </p:nvSpPr>
        <p:spPr>
          <a:xfrm>
            <a:off x="573480" y="687600"/>
            <a:ext cx="9038160" cy="5710680"/>
          </a:xfrm>
          <a:prstGeom prst="rect">
            <a:avLst/>
          </a:prstGeom>
          <a:noFill/>
          <a:ln w="0">
            <a:noFill/>
          </a:ln>
        </p:spPr>
        <p:txBody>
          <a:bodyPr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 computing has become a primary platform for data storage and file sharing, increasing the risk of sensitive data leakage. Data leakage may occur due to user negligence, misconfiguration, or malicious intent, often before users realize the exposure. This project proposes a cloud-integrated Data Leakage Prevention (DLP) system that inspects data content before it is uploaded to the cloud.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uses rule-based content inspection to identify sensitive information such as email addresses, passwords, and predefined confidential patterns. If sensitive content is detected, the upload is blocked and the event is logged. Cryptographic hashing is integrated to ensure file integrity and detect unauthorized modifications. All inspection and decision-making processes occur within the user environment, preserving data privacy and preventing raw data exposure to the cloud provider.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system is lightweight, deterministic, and suitable for real-time cloud usage, offering an effective and privacy-aware solution for preventing accidental and intentional data leakage.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1800" y="0"/>
            <a:ext cx="8595000" cy="631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Introduction</a:t>
            </a:r>
            <a:endParaRPr lang="en-US" sz="2800" b="0" u="none" strike="noStrike">
              <a:solidFill>
                <a:srgbClr val="000000"/>
              </a:solidFill>
              <a:effectLst/>
              <a:uFillTx/>
              <a:latin typeface="Noto Serif"/>
            </a:endParaRPr>
          </a:p>
        </p:txBody>
      </p:sp>
      <p:sp>
        <p:nvSpPr>
          <p:cNvPr id="395" name="PlaceHolder 2"/>
          <p:cNvSpPr>
            <a:spLocks noGrp="1"/>
          </p:cNvSpPr>
          <p:nvPr>
            <p:ph/>
          </p:nvPr>
        </p:nvSpPr>
        <p:spPr>
          <a:xfrm>
            <a:off x="334440" y="915120"/>
            <a:ext cx="9038160" cy="39819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storage is widely used for personal and organizational data</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Sensitive data is often uploaded without awareness of security risks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Traditional cloud security mechanisms focus on server-side controls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Server-side inspection compromises privacy and requires trust in cloud providers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Leakage Prevention (DLP) aims to stop unauthorized data exposure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There is a need for user-side, privacy-preserving DLP solutions</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1800" y="0"/>
            <a:ext cx="8595000" cy="631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PROBLEM STATEMENT:</a:t>
            </a:r>
            <a:endParaRPr lang="en-US" sz="2800" b="0" u="none" strike="noStrike">
              <a:solidFill>
                <a:srgbClr val="000000"/>
              </a:solidFill>
              <a:effectLst/>
              <a:uFillTx/>
              <a:latin typeface="Noto Serif"/>
            </a:endParaRPr>
          </a:p>
        </p:txBody>
      </p:sp>
      <p:sp>
        <p:nvSpPr>
          <p:cNvPr id="397" name="PlaceHolder 2"/>
          <p:cNvSpPr>
            <a:spLocks noGrp="1"/>
          </p:cNvSpPr>
          <p:nvPr>
            <p:ph/>
          </p:nvPr>
        </p:nvSpPr>
        <p:spPr>
          <a:xfrm>
            <a:off x="375840" y="925560"/>
            <a:ext cx="9038160" cy="39819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Users unknowingly upload sensitive information to cloud platforms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providers cannot always detect confidential data correctly</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Existing DLP solutions rely on centralized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Centralized systems introduce privacy risks and single points of failure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No simple mechanism exists to verify file integrity after upload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A secure, lightweight, user-side DLP system is required</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1800" y="0"/>
            <a:ext cx="8595000" cy="631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OBJECTIVES:</a:t>
            </a:r>
            <a:endParaRPr lang="en-US" sz="2800" b="0" u="none" strike="noStrike">
              <a:solidFill>
                <a:srgbClr val="000000"/>
              </a:solidFill>
              <a:effectLst/>
              <a:uFillTx/>
              <a:latin typeface="Noto Serif"/>
            </a:endParaRPr>
          </a:p>
        </p:txBody>
      </p:sp>
      <p:sp>
        <p:nvSpPr>
          <p:cNvPr id="399" name="PlaceHolder 2"/>
          <p:cNvSpPr>
            <a:spLocks noGrp="1"/>
          </p:cNvSpPr>
          <p:nvPr>
            <p:ph/>
          </p:nvPr>
        </p:nvSpPr>
        <p:spPr>
          <a:xfrm>
            <a:off x="334440" y="915120"/>
            <a:ext cx="9038160" cy="39819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design a user-side Data Leakage Prevention system</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detect sensitive data before cloud upload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prevent accidental and malicious data leakage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preserve user privacy during content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verify file integrity using cryptographic hashing</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maintain low computational overhead for real-time use</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1800" y="0"/>
            <a:ext cx="8595000" cy="631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EXISTING SYSTEM:</a:t>
            </a:r>
            <a:endParaRPr lang="en-US" sz="2800" b="0" u="none" strike="noStrike">
              <a:solidFill>
                <a:srgbClr val="000000"/>
              </a:solidFill>
              <a:effectLst/>
              <a:uFillTx/>
              <a:latin typeface="Noto Serif"/>
            </a:endParaRPr>
          </a:p>
        </p:txBody>
      </p:sp>
      <p:sp>
        <p:nvSpPr>
          <p:cNvPr id="401" name="PlaceHolder 2"/>
          <p:cNvSpPr>
            <a:spLocks noGrp="1"/>
          </p:cNvSpPr>
          <p:nvPr>
            <p:ph/>
          </p:nvPr>
        </p:nvSpPr>
        <p:spPr>
          <a:xfrm>
            <a:off x="458640" y="635400"/>
            <a:ext cx="9038160" cy="2729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is uploaded directly to the cloud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Security controls are applied mostly on the server side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providers perform centralized content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Users have limited visibility and control</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Integrity checks are often absent or optional</a:t>
            </a:r>
            <a:endParaRPr lang="en-US" sz="2000" b="0" u="none" strike="noStrike">
              <a:solidFill>
                <a:srgbClr val="000000"/>
              </a:solidFill>
              <a:effectLst/>
              <a:uFillTx/>
              <a:latin typeface="Noto Serif"/>
            </a:endParaRPr>
          </a:p>
        </p:txBody>
      </p:sp>
      <p:sp>
        <p:nvSpPr>
          <p:cNvPr id="402" name="PlaceHolder 11"/>
          <p:cNvSpPr txBox="1"/>
          <p:nvPr/>
        </p:nvSpPr>
        <p:spPr>
          <a:xfrm>
            <a:off x="74880" y="3572280"/>
            <a:ext cx="8595000" cy="631800"/>
          </a:xfrm>
          <a:prstGeom prst="rect">
            <a:avLst/>
          </a:prstGeom>
          <a:noFill/>
          <a:ln w="0">
            <a:noFill/>
          </a:ln>
        </p:spPr>
        <p:txBody>
          <a:bodyPr anchor="t">
            <a:noAutofit/>
          </a:bodyPr>
          <a:p>
            <a:pPr defTabSz="457200">
              <a:lnSpc>
                <a:spcPct val="100000"/>
              </a:lnSpc>
              <a:tabLst>
                <a:tab algn="l" pos="0"/>
              </a:tabLst>
            </a:pPr>
            <a:r>
              <a:rPr lang="en-US" sz="2800" b="1" u="none" strike="noStrike">
                <a:solidFill>
                  <a:schemeClr val="dk1"/>
                </a:solidFill>
                <a:effectLst/>
                <a:uFillTx/>
                <a:latin typeface="Trebuchet MS"/>
              </a:rPr>
              <a:t> DISADVANTAGES:</a:t>
            </a:r>
            <a:endParaRPr lang="en-US" sz="2800" b="0" u="none" strike="noStrike">
              <a:solidFill>
                <a:srgbClr val="000000"/>
              </a:solidFill>
              <a:effectLst/>
              <a:uFillTx/>
              <a:latin typeface="Noto Serif"/>
            </a:endParaRPr>
          </a:p>
        </p:txBody>
      </p:sp>
      <p:sp>
        <p:nvSpPr>
          <p:cNvPr id="403" name="Content Placeholder 1"/>
          <p:cNvSpPr/>
          <p:nvPr/>
        </p:nvSpPr>
        <p:spPr>
          <a:xfrm>
            <a:off x="413280" y="3551400"/>
            <a:ext cx="8080560" cy="285732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endParaRPr lang="en-US" sz="2000" b="1"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Privacy loss due to server-side data inspection</a:t>
            </a:r>
            <a:endParaRPr lang="en-US" sz="2000" b="1"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Dependency on cloud service providers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Single point of failure in centralized systems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Delayed detection of sensitive data leakage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No reliable mechanism to detect file tampering</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1800" y="0"/>
            <a:ext cx="8595000" cy="631800"/>
          </a:xfrm>
          <a:prstGeom prst="rect">
            <a:avLst/>
          </a:prstGeom>
          <a:noFill/>
          <a:ln w="0">
            <a:noFill/>
          </a:ln>
        </p:spPr>
        <p:txBody>
          <a:bodyPr lIns="91440" rIns="91440" tIns="45720" bIns="45720" anchor="t">
            <a:noAutofit/>
          </a:bodyPr>
          <a:p>
            <a:pPr indent="0" defTabSz="457200">
              <a:lnSpc>
                <a:spcPct val="100000"/>
              </a:lnSpc>
              <a:spcBef>
                <a:spcPts val="1191"/>
              </a:spcBef>
              <a:spcAft>
                <a:spcPts val="992"/>
              </a:spcAft>
              <a:buNone/>
              <a:tabLst>
                <a:tab algn="l" pos="0"/>
              </a:tabLst>
            </a:pPr>
            <a:r>
              <a:rPr lang="en-US" sz="2800" b="1" u="none" strike="noStrike">
                <a:solidFill>
                  <a:schemeClr val="dk1"/>
                </a:solidFill>
                <a:effectLst/>
                <a:uFillTx/>
                <a:latin typeface="Trebuchet MS"/>
              </a:rPr>
              <a:t>PROPOSED SYSTEM :</a:t>
            </a:r>
            <a:endParaRPr lang="en-US" sz="2800" b="0" u="none" strike="noStrike">
              <a:solidFill>
                <a:srgbClr val="000000"/>
              </a:solidFill>
              <a:effectLst/>
              <a:uFillTx/>
              <a:latin typeface="Noto Serif"/>
            </a:endParaRPr>
          </a:p>
        </p:txBody>
      </p:sp>
      <p:sp>
        <p:nvSpPr>
          <p:cNvPr id="405" name="PlaceHolder 2"/>
          <p:cNvSpPr>
            <a:spLocks noGrp="1"/>
          </p:cNvSpPr>
          <p:nvPr>
            <p:ph/>
          </p:nvPr>
        </p:nvSpPr>
        <p:spPr>
          <a:xfrm>
            <a:off x="458640" y="635400"/>
            <a:ext cx="9038160" cy="2729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inspection performed on the user device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Rule-based content scanning for sensitive patterns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Upload blocked if sensitive data is detected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Cryptographic hash generated for each file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Hash used to verify file integrity and detect modifications</a:t>
            </a:r>
            <a:endParaRPr lang="en-US" sz="2000" b="0" u="none" strike="noStrike">
              <a:solidFill>
                <a:srgbClr val="000000"/>
              </a:solidFill>
              <a:effectLst/>
              <a:uFillTx/>
              <a:latin typeface="Noto Serif"/>
            </a:endParaRPr>
          </a:p>
        </p:txBody>
      </p:sp>
      <p:sp>
        <p:nvSpPr>
          <p:cNvPr id="406" name="PlaceHolder 14"/>
          <p:cNvSpPr txBox="1"/>
          <p:nvPr/>
        </p:nvSpPr>
        <p:spPr>
          <a:xfrm>
            <a:off x="74880" y="3572280"/>
            <a:ext cx="8595000" cy="631800"/>
          </a:xfrm>
          <a:prstGeom prst="rect">
            <a:avLst/>
          </a:prstGeom>
          <a:noFill/>
          <a:ln w="0">
            <a:noFill/>
          </a:ln>
        </p:spPr>
        <p:txBody>
          <a:bodyPr anchor="t">
            <a:noAutofit/>
          </a:bodyPr>
          <a:p>
            <a:pPr defTabSz="457200">
              <a:lnSpc>
                <a:spcPct val="100000"/>
              </a:lnSpc>
              <a:tabLst>
                <a:tab algn="l" pos="0"/>
              </a:tabLst>
            </a:pPr>
            <a:r>
              <a:rPr lang="en-US" sz="2800" b="1" u="none" strike="noStrike">
                <a:solidFill>
                  <a:schemeClr val="dk1"/>
                </a:solidFill>
                <a:effectLst/>
                <a:uFillTx/>
                <a:latin typeface="Trebuchet MS"/>
              </a:rPr>
              <a:t>ADVANTAGES:</a:t>
            </a:r>
            <a:endParaRPr lang="en-US" sz="2800" b="0" u="none" strike="noStrike">
              <a:solidFill>
                <a:srgbClr val="000000"/>
              </a:solidFill>
              <a:effectLst/>
              <a:uFillTx/>
              <a:latin typeface="Noto Serif"/>
            </a:endParaRPr>
          </a:p>
        </p:txBody>
      </p:sp>
      <p:sp>
        <p:nvSpPr>
          <p:cNvPr id="407" name="Content Placeholder 2"/>
          <p:cNvSpPr/>
          <p:nvPr/>
        </p:nvSpPr>
        <p:spPr>
          <a:xfrm>
            <a:off x="475200" y="3562200"/>
            <a:ext cx="8080560" cy="285732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Prevents sensitive data leakage at the source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Deterministic and transparent behavior</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Lightweight and suitable for real-time operation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No dependence on third-party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Improves trust and security in cloud usage</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133200" y="228600"/>
            <a:ext cx="10152720" cy="6847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409" name=""/>
          <p:cNvSpPr/>
          <p:nvPr/>
        </p:nvSpPr>
        <p:spPr>
          <a:xfrm>
            <a:off x="3200400" y="1143000"/>
            <a:ext cx="3199320" cy="68472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10" name=""/>
          <p:cNvSpPr/>
          <p:nvPr/>
        </p:nvSpPr>
        <p:spPr>
          <a:xfrm>
            <a:off x="3200400" y="1143360"/>
            <a:ext cx="3199320" cy="68472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 Client / Application)</a:t>
            </a:r>
            <a:endParaRPr lang="en-US" sz="1800" b="0" u="none" strike="noStrike">
              <a:solidFill>
                <a:srgbClr val="000000"/>
              </a:solidFill>
              <a:effectLst/>
              <a:uFillTx/>
              <a:latin typeface="Noto Serif"/>
            </a:endParaRPr>
          </a:p>
        </p:txBody>
      </p:sp>
      <p:sp>
        <p:nvSpPr>
          <p:cNvPr id="411" name=""/>
          <p:cNvSpPr/>
          <p:nvPr/>
        </p:nvSpPr>
        <p:spPr>
          <a:xfrm>
            <a:off x="3200400" y="5029200"/>
            <a:ext cx="3199320" cy="684720"/>
          </a:xfrm>
          <a:prstGeom prst="roundRect">
            <a:avLst>
              <a:gd name="adj" fmla="val 16667"/>
            </a:avLst>
          </a:prstGeom>
          <a:solidFill>
            <a:srgbClr val="c921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rPr>
              <a:t>Upload Block</a:t>
            </a:r>
            <a:endParaRPr lang="en-US" sz="1800" b="0" u="none" strike="noStrike">
              <a:solidFill>
                <a:srgbClr val="ffffff"/>
              </a:solidFill>
              <a:effectLst/>
              <a:uFillTx/>
              <a:latin typeface="Noto Serif"/>
            </a:endParaRPr>
          </a:p>
        </p:txBody>
      </p:sp>
      <p:sp>
        <p:nvSpPr>
          <p:cNvPr id="412" name=""/>
          <p:cNvSpPr/>
          <p:nvPr/>
        </p:nvSpPr>
        <p:spPr>
          <a:xfrm>
            <a:off x="6858000" y="3429000"/>
            <a:ext cx="3199320" cy="68472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Security Policies</a:t>
            </a:r>
            <a:endParaRPr lang="en-US" sz="1800" b="0" u="none" strike="noStrike">
              <a:solidFill>
                <a:srgbClr val="000000"/>
              </a:solidFill>
              <a:effectLst/>
              <a:uFillTx/>
              <a:latin typeface="Noto Serif"/>
            </a:endParaRPr>
          </a:p>
        </p:txBody>
      </p:sp>
      <p:sp>
        <p:nvSpPr>
          <p:cNvPr id="413" name=""/>
          <p:cNvSpPr/>
          <p:nvPr/>
        </p:nvSpPr>
        <p:spPr>
          <a:xfrm>
            <a:off x="6858000" y="5715000"/>
            <a:ext cx="3199320" cy="68472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Cloud Storage</a:t>
            </a:r>
            <a:endParaRPr lang="en-US" sz="1800" b="0" u="none" strike="noStrike">
              <a:solidFill>
                <a:srgbClr val="000000"/>
              </a:solidFill>
              <a:effectLst/>
              <a:uFillTx/>
              <a:latin typeface="Noto Serif"/>
            </a:endParaRPr>
          </a:p>
        </p:txBody>
      </p:sp>
      <p:sp>
        <p:nvSpPr>
          <p:cNvPr id="414" name=""/>
          <p:cNvSpPr/>
          <p:nvPr/>
        </p:nvSpPr>
        <p:spPr>
          <a:xfrm>
            <a:off x="3200400" y="6172200"/>
            <a:ext cx="3199320" cy="684720"/>
          </a:xfrm>
          <a:prstGeom prst="roundRect">
            <a:avLst>
              <a:gd name="adj" fmla="val 16667"/>
            </a:avLst>
          </a:prstGeom>
          <a:solidFill>
            <a:srgbClr val="666666"/>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rPr>
              <a:t>Log Violation</a:t>
            </a:r>
            <a:endParaRPr lang="en-US" sz="1800" b="0" u="none" strike="noStrike">
              <a:solidFill>
                <a:srgbClr val="ffffff"/>
              </a:solidFill>
              <a:effectLst/>
              <a:uFillTx/>
              <a:latin typeface="Noto Serif"/>
            </a:endParaRPr>
          </a:p>
        </p:txBody>
      </p:sp>
      <p:sp>
        <p:nvSpPr>
          <p:cNvPr id="415" name=""/>
          <p:cNvSpPr/>
          <p:nvPr/>
        </p:nvSpPr>
        <p:spPr>
          <a:xfrm>
            <a:off x="3200400" y="2057400"/>
            <a:ext cx="3199320" cy="68472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DLP Inspection Engine</a:t>
            </a:r>
            <a:endParaRPr lang="en-US" sz="1800" b="0" u="none" strike="noStrike">
              <a:solidFill>
                <a:srgbClr val="000000"/>
              </a:solidFill>
              <a:effectLst/>
              <a:uFillTx/>
              <a:latin typeface="Noto Serif"/>
            </a:endParaRPr>
          </a:p>
        </p:txBody>
      </p:sp>
      <p:sp>
        <p:nvSpPr>
          <p:cNvPr id="416" name=""/>
          <p:cNvSpPr/>
          <p:nvPr/>
        </p:nvSpPr>
        <p:spPr>
          <a:xfrm>
            <a:off x="3429000" y="3200400"/>
            <a:ext cx="2742120" cy="1370520"/>
          </a:xfrm>
          <a:prstGeom prst="diamond">
            <a:avLst/>
          </a:prstGeom>
          <a:solidFill>
            <a:srgbClr val="ffff38"/>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Is it Sensitive data ?</a:t>
            </a:r>
            <a:endParaRPr lang="en-US" sz="1800" b="0" u="none" strike="noStrike">
              <a:solidFill>
                <a:srgbClr val="000000"/>
              </a:solidFill>
              <a:effectLst/>
              <a:uFillTx/>
              <a:latin typeface="Noto Serif"/>
            </a:endParaRPr>
          </a:p>
        </p:txBody>
      </p:sp>
      <p:sp>
        <p:nvSpPr>
          <p:cNvPr id="417" name=""/>
          <p:cNvSpPr/>
          <p:nvPr/>
        </p:nvSpPr>
        <p:spPr>
          <a:xfrm>
            <a:off x="6858000" y="4572000"/>
            <a:ext cx="3199320" cy="68472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rPr>
              <a:t>Logging and Monitoring</a:t>
            </a:r>
            <a:endParaRPr lang="en-US" sz="1800" b="0" u="none" strike="noStrike">
              <a:solidFill>
                <a:srgbClr val="ffffff"/>
              </a:solidFill>
              <a:effectLst/>
              <a:uFillTx/>
              <a:latin typeface="Noto Serif"/>
            </a:endParaRPr>
          </a:p>
        </p:txBody>
      </p:sp>
      <p:sp>
        <p:nvSpPr>
          <p:cNvPr id="418" name=""/>
          <p:cNvSpPr/>
          <p:nvPr/>
        </p:nvSpPr>
        <p:spPr>
          <a:xfrm flipV="1">
            <a:off x="4800600" y="1828800"/>
            <a:ext cx="360" cy="2286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19" name=""/>
          <p:cNvSpPr/>
          <p:nvPr/>
        </p:nvSpPr>
        <p:spPr>
          <a:xfrm flipV="1">
            <a:off x="4800600" y="45720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20" name=""/>
          <p:cNvSpPr/>
          <p:nvPr/>
        </p:nvSpPr>
        <p:spPr>
          <a:xfrm flipV="1">
            <a:off x="4800600" y="27432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21" name=""/>
          <p:cNvSpPr/>
          <p:nvPr/>
        </p:nvSpPr>
        <p:spPr>
          <a:xfrm flipH="1">
            <a:off x="6172200" y="3886200"/>
            <a:ext cx="685800" cy="36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22" name=""/>
          <p:cNvSpPr/>
          <p:nvPr/>
        </p:nvSpPr>
        <p:spPr>
          <a:xfrm flipV="1">
            <a:off x="8458200" y="52578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23" name=""/>
          <p:cNvSpPr/>
          <p:nvPr/>
        </p:nvSpPr>
        <p:spPr>
          <a:xfrm flipV="1">
            <a:off x="4800600" y="57150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24" name=""/>
          <p:cNvSpPr/>
          <p:nvPr/>
        </p:nvSpPr>
        <p:spPr>
          <a:xfrm flipV="1">
            <a:off x="8458200" y="41148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425" name=""/>
          <p:cNvSpPr/>
          <p:nvPr/>
        </p:nvSpPr>
        <p:spPr>
          <a:xfrm>
            <a:off x="5029200" y="4572000"/>
            <a:ext cx="416520" cy="273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200" b="0" u="none" strike="noStrike">
                <a:solidFill>
                  <a:srgbClr val="000000"/>
                </a:solidFill>
                <a:effectLst/>
                <a:uFillTx/>
                <a:latin typeface="Noto Serif"/>
              </a:rPr>
              <a:t>yes</a:t>
            </a:r>
            <a:endParaRPr lang="en-US" sz="1200" b="0" u="none" strike="noStrike">
              <a:solidFill>
                <a:srgbClr val="000000"/>
              </a:solidFill>
              <a:effectLst/>
              <a:uFillTx/>
              <a:latin typeface="Noto Serif"/>
            </a:endParaRPr>
          </a:p>
        </p:txBody>
      </p:sp>
      <p:sp>
        <p:nvSpPr>
          <p:cNvPr id="426" name=""/>
          <p:cNvSpPr/>
          <p:nvPr/>
        </p:nvSpPr>
        <p:spPr>
          <a:xfrm>
            <a:off x="6171840" y="3429000"/>
            <a:ext cx="384120" cy="273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200" b="0" u="none" strike="noStrike">
                <a:solidFill>
                  <a:srgbClr val="000000"/>
                </a:solidFill>
                <a:effectLst/>
                <a:uFillTx/>
                <a:latin typeface="Noto Serif"/>
              </a:rPr>
              <a:t>No</a:t>
            </a:r>
            <a:endParaRPr lang="en-US" sz="12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43560" y="156240"/>
            <a:ext cx="8595000" cy="13190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428" name="PlaceHolder 2"/>
          <p:cNvSpPr>
            <a:spLocks noGrp="1"/>
          </p:cNvSpPr>
          <p:nvPr>
            <p:ph/>
          </p:nvPr>
        </p:nvSpPr>
        <p:spPr>
          <a:xfrm>
            <a:off x="266400" y="205560"/>
            <a:ext cx="8595000" cy="619560"/>
          </a:xfrm>
          <a:prstGeom prst="rect">
            <a:avLst/>
          </a:prstGeom>
          <a:noFill/>
          <a:ln w="0">
            <a:noFill/>
          </a:ln>
        </p:spPr>
        <p:txBody>
          <a:bodyPr lIns="91440" rIns="91440" tIns="45720" bIns="45720" anchor="t">
            <a:normAutofit fontScale="85000" lnSpcReduction="9999"/>
          </a:bodyPr>
          <a:p>
            <a:pPr marL="343080" indent="-343080" algn="just" defTabSz="457200">
              <a:lnSpc>
                <a:spcPct val="150000"/>
              </a:lnSpc>
              <a:spcBef>
                <a:spcPts val="1001"/>
              </a:spcBef>
              <a:buNone/>
              <a:tabLst>
                <a:tab algn="l" pos="0"/>
              </a:tabLst>
            </a:pPr>
            <a:r>
              <a:rPr lang="en-IN" sz="2800" b="1" u="none" strike="noStrike">
                <a:solidFill>
                  <a:schemeClr val="dk1"/>
                </a:solidFill>
                <a:effectLst/>
                <a:uFillTx/>
                <a:latin typeface="Trebuchet MS"/>
              </a:rPr>
              <a:t>MODULES :</a:t>
            </a:r>
            <a:endParaRPr lang="en-US" sz="28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429" name="Rectangle 4"/>
          <p:cNvSpPr/>
          <p:nvPr/>
        </p:nvSpPr>
        <p:spPr>
          <a:xfrm>
            <a:off x="275760" y="3599280"/>
            <a:ext cx="3030120" cy="63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430" name="Content Placeholder 5"/>
          <p:cNvSpPr/>
          <p:nvPr/>
        </p:nvSpPr>
        <p:spPr>
          <a:xfrm>
            <a:off x="677520" y="1371600"/>
            <a:ext cx="8595000" cy="38790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Module 1: Rule-Based Content Inspection</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Module 2: Cryptographic Hashing for Integrity</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Module 3: Secure Violation Logging</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Module 4: User-Defined Security Policies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Module 5: Performance Optimization &amp; Cloud Integration</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title"/>
          </p:nvPr>
        </p:nvSpPr>
        <p:spPr>
          <a:xfrm>
            <a:off x="282600" y="156240"/>
            <a:ext cx="8595000" cy="7581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2800" b="1" u="none" strike="noStrike">
                <a:solidFill>
                  <a:schemeClr val="dk1"/>
                </a:solidFill>
                <a:effectLst/>
                <a:uFillTx/>
                <a:latin typeface="Trebuchet MS"/>
              </a:rPr>
              <a:t>MODULE 1:</a:t>
            </a:r>
            <a:r>
              <a:rPr lang="en-IN" sz="2800" b="1" u="none" strike="noStrike">
                <a:solidFill>
                  <a:srgbClr val="000000"/>
                </a:solidFill>
                <a:effectLst/>
                <a:uFillTx/>
                <a:latin typeface="Trebuchet MS"/>
              </a:rPr>
              <a:t> </a:t>
            </a:r>
            <a:r>
              <a:rPr lang="en-IN" sz="2800" b="1" u="none" strike="noStrike">
                <a:solidFill>
                  <a:schemeClr val="dk1"/>
                </a:solidFill>
                <a:effectLst/>
                <a:uFillTx/>
                <a:latin typeface="Trebuchet MS"/>
              </a:rPr>
              <a:t>EXPLANATION :</a:t>
            </a:r>
            <a:endParaRPr lang="en-US" sz="2800" b="0" u="none" strike="noStrike">
              <a:solidFill>
                <a:srgbClr val="000000"/>
              </a:solidFill>
              <a:effectLst/>
              <a:uFillTx/>
              <a:latin typeface="Noto Serif"/>
            </a:endParaRPr>
          </a:p>
        </p:txBody>
      </p:sp>
      <p:sp>
        <p:nvSpPr>
          <p:cNvPr id="432" name="PlaceHolder 2"/>
          <p:cNvSpPr>
            <a:spLocks noGrp="1"/>
          </p:cNvSpPr>
          <p:nvPr>
            <p:ph/>
          </p:nvPr>
        </p:nvSpPr>
        <p:spPr>
          <a:xfrm>
            <a:off x="777600" y="1143000"/>
            <a:ext cx="8595000" cy="387900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Scans files before cloud upload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Detects sensitive patterns (email IDs, passwords, keywords)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Uses predefined and customizable rules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Blocks uploads if sensitive data is found</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Records violation details for user review</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title"/>
          </p:nvPr>
        </p:nvSpPr>
        <p:spPr>
          <a:xfrm>
            <a:off x="74520" y="156240"/>
            <a:ext cx="8595000" cy="7581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CONCLUSION</a:t>
            </a:r>
            <a:endParaRPr lang="en-US" sz="2800" b="0" u="none" strike="noStrike">
              <a:solidFill>
                <a:srgbClr val="000000"/>
              </a:solidFill>
              <a:effectLst/>
              <a:uFillTx/>
              <a:latin typeface="Noto Serif"/>
            </a:endParaRPr>
          </a:p>
        </p:txBody>
      </p:sp>
      <p:sp>
        <p:nvSpPr>
          <p:cNvPr id="434" name="PlaceHolder 2"/>
          <p:cNvSpPr>
            <a:spLocks noGrp="1"/>
          </p:cNvSpPr>
          <p:nvPr>
            <p:ph/>
          </p:nvPr>
        </p:nvSpPr>
        <p:spPr>
          <a:xfrm>
            <a:off x="667080" y="1266840"/>
            <a:ext cx="8595000" cy="330516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leakage is a critical challenge in cloud environments</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 proposed system prevents leakage at the user level</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Client-side inspection ensures privacy and control</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Hash-based integrity verification strengthens security</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 solution is practical, lightweight, and extensible</a:t>
            </a:r>
            <a:endParaRPr lang="en-US" sz="20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Future enhancements can add advanced policies and monitoring</a:t>
            </a:r>
            <a:endParaRPr lang="en-US" sz="2000" b="0" u="none" strike="noStrike">
              <a:solidFill>
                <a:srgbClr val="000000"/>
              </a:solidFill>
              <a:effectLst/>
              <a:uFillTx/>
              <a:latin typeface="Noto Serif"/>
            </a:endParaRPr>
          </a:p>
        </p:txBody>
      </p:sp>
      <p:sp>
        <p:nvSpPr>
          <p:cNvPr id="435" name="Cloud Callout 3"/>
          <p:cNvSpPr/>
          <p:nvPr/>
        </p:nvSpPr>
        <p:spPr>
          <a:xfrm>
            <a:off x="2986560" y="5048640"/>
            <a:ext cx="4657680" cy="1272600"/>
          </a:xfrm>
          <a:prstGeom prst="cloudCallout">
            <a:avLst>
              <a:gd name="adj1" fmla="val -20833"/>
              <a:gd name="adj2" fmla="val 62500"/>
            </a:avLst>
          </a:prstGeom>
          <a:solidFill>
            <a:schemeClr val="lt1"/>
          </a:solidFill>
          <a:ln cap="rnd" w="19080">
            <a:solidFill>
              <a:schemeClr val="accent1"/>
            </a:solidFill>
            <a:round/>
          </a:ln>
        </p:spPr>
        <p:style>
          <a:lnRef idx="0"/>
          <a:fillRef idx="0"/>
          <a:effectRef idx="0"/>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414</TotalTime>
  <Application>LibreOffice/25.8.4.2$Linux_X86_64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2026-02-07T16:06:31Z</dcterms:modified>
  <cp:revision>19</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Custom</vt:lpwstr>
  </property>
  <property fmtid="{D5CDD505-2E9C-101B-9397-08002B2CF9AE}" pid="4" name="Slides">
    <vt:r8>11</vt:r8>
  </property>
</Properties>
</file>