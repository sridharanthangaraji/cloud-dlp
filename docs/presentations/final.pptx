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1.xml" ContentType="application/vnd.openxmlformats-officedocument.presentationml.slideMaster+xml"/>
  <Override PartName="/ppt/slideMasters/slideMaster10.xml" ContentType="application/vnd.openxmlformats-officedocument.presentationml.slideMaster+xml"/>
  <Override PartName="/ppt/slideMasters/slideMaster9.xml" ContentType="application/vnd.openxmlformats-officedocument.presentationml.slideMaster+xml"/>
  <Override PartName="/ppt/slideMasters/slideMaster7.xml" ContentType="application/vnd.openxmlformats-officedocument.presentationml.slideMaster+xml"/>
  <Override PartName="/ppt/slideMasters/slideMaster6.xml" ContentType="application/vnd.openxmlformats-officedocument.presentationml.slideMaster+xml"/>
  <Override PartName="/ppt/slideMasters/slideMaster4.xml" ContentType="application/vnd.openxmlformats-officedocument.presentationml.slideMaster+xml"/>
  <Override PartName="/ppt/slideMasters/slideMaster3.xml" ContentType="application/vnd.openxmlformats-officedocument.presentationml.slideMaster+xml"/>
  <Override PartName="/ppt/slideMasters/slideMaster25.xml" ContentType="application/vnd.openxmlformats-officedocument.presentationml.slideMaster+xml"/>
  <Override PartName="/ppt/slideMasters/slideMaster8.xml" ContentType="application/vnd.openxmlformats-officedocument.presentationml.slideMaster+xml"/>
  <Override PartName="/ppt/slideMasters/slideMaster5.xml" ContentType="application/vnd.openxmlformats-officedocument.presentationml.slideMaster+xml"/>
  <Override PartName="/ppt/slideMasters/slideMaster24.xml" ContentType="application/vnd.openxmlformats-officedocument.presentationml.slideMaster+xml"/>
  <Override PartName="/ppt/slideMasters/slideMaster22.xml" ContentType="application/vnd.openxmlformats-officedocument.presentationml.slideMaster+xml"/>
  <Override PartName="/ppt/slideMasters/slideMaster20.xml" ContentType="application/vnd.openxmlformats-officedocument.presentationml.slideMaster+xml"/>
  <Override PartName="/ppt/slideMasters/slideMaster2.xml" ContentType="application/vnd.openxmlformats-officedocument.presentationml.slideMaster+xml"/>
  <Override PartName="/ppt/slideMasters/slideMaster18.xml" ContentType="application/vnd.openxmlformats-officedocument.presentationml.slideMaster+xml"/>
  <Override PartName="/ppt/slideMasters/slideMaster12.xml" ContentType="application/vnd.openxmlformats-officedocument.presentationml.slideMaster+xml"/>
  <Override PartName="/ppt/slideMasters/slideMaster17.xml" ContentType="application/vnd.openxmlformats-officedocument.presentationml.slideMaster+xml"/>
  <Override PartName="/ppt/slideMasters/slideMaster16.xml" ContentType="application/vnd.openxmlformats-officedocument.presentationml.slideMaster+xml"/>
  <Override PartName="/ppt/slideMasters/slideMaster1.xml" ContentType="application/vnd.openxmlformats-officedocument.presentationml.slideMaster+xml"/>
  <Override PartName="/ppt/slideMasters/slideMaster19.xml" ContentType="application/vnd.openxmlformats-officedocument.presentationml.slideMaster+xml"/>
  <Override PartName="/ppt/slideMasters/slideMaster15.xml" ContentType="application/vnd.openxmlformats-officedocument.presentationml.slideMaster+xml"/>
  <Override PartName="/ppt/slideMasters/slideMaster14.xml" ContentType="application/vnd.openxmlformats-officedocument.presentationml.slideMaster+xml"/>
  <Override PartName="/ppt/slideMasters/slideMaster13.xml" ContentType="application/vnd.openxmlformats-officedocument.presentationml.slideMaster+xml"/>
  <Override PartName="/ppt/presProps.xml" ContentType="application/vnd.openxmlformats-officedocument.presentationml.presProps+xml"/>
  <Override PartName="/ppt/notesMasters/notesMaster1.xml" ContentType="application/vnd.openxmlformats-officedocument.presentationml.notesMaster+xml"/>
  <Override PartName="/ppt/theme/theme10.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5.xml" ContentType="application/vnd.openxmlformats-officedocument.theme+xml"/>
  <Override PartName="/ppt/theme/theme9.xml" ContentType="application/vnd.openxmlformats-officedocument.theme+xml"/>
  <Override PartName="/ppt/theme/theme4.xml" ContentType="application/vnd.openxmlformats-officedocument.theme+xml"/>
  <Override PartName="/ppt/theme/theme13.xml" ContentType="application/vnd.openxmlformats-officedocument.theme+xml"/>
  <Override PartName="/ppt/theme/theme3.xml" ContentType="application/vnd.openxmlformats-officedocument.theme+xml"/>
  <Override PartName="/ppt/theme/theme12.xml" ContentType="application/vnd.openxmlformats-officedocument.theme+xml"/>
  <Override PartName="/ppt/theme/theme26.xml" ContentType="application/vnd.openxmlformats-officedocument.theme+xml"/>
  <Override PartName="/ppt/theme/theme8.xml" ContentType="application/vnd.openxmlformats-officedocument.theme+xml"/>
  <Override PartName="/ppt/theme/theme14.xml" ContentType="application/vnd.openxmlformats-officedocument.theme+xml"/>
  <Override PartName="/ppt/theme/theme23.xml" ContentType="application/vnd.openxmlformats-officedocument.theme+xml"/>
  <Override PartName="/ppt/theme/theme17.xml" ContentType="application/vnd.openxmlformats-officedocument.theme+xml"/>
  <Override PartName="/ppt/theme/theme22.xml" ContentType="application/vnd.openxmlformats-officedocument.theme+xml"/>
  <Override PartName="/ppt/theme/theme16.xml" ContentType="application/vnd.openxmlformats-officedocument.theme+xml"/>
  <Override PartName="/ppt/theme/theme19.xml" ContentType="application/vnd.openxmlformats-officedocument.theme+xml"/>
  <Override PartName="/ppt/theme/theme21.xml" ContentType="application/vnd.openxmlformats-officedocument.theme+xml"/>
  <Override PartName="/ppt/theme/theme15.xml" ContentType="application/vnd.openxmlformats-officedocument.theme+xml"/>
  <Override PartName="/ppt/theme/theme11.xml" ContentType="application/vnd.openxmlformats-officedocument.theme+xml"/>
  <Override PartName="/ppt/theme/theme1.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18.xml" ContentType="application/vnd.openxmlformats-officedocument.theme+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3.xml" ContentType="application/vnd.openxmlformats-officedocument.presentationml.slideLayout+xml"/>
  <Override PartName="/ppt/slideLayouts/slideLayout8.xml" ContentType="application/vnd.openxmlformats-officedocument.presentationml.slideLayout+xml"/>
  <Override PartName="/ppt/slideLayouts/slideLayout25.xml" ContentType="application/vnd.openxmlformats-officedocument.presentationml.slideLayout+xml"/>
  <Override PartName="/ppt/slideLayouts/slideLayout10.xml" ContentType="application/vnd.openxmlformats-officedocument.presentationml.slideLayout+xml"/>
  <Override PartName="/ppt/slideLayouts/slideLayout22.xml" ContentType="application/vnd.openxmlformats-officedocument.presentationml.slideLayout+xml"/>
  <Override PartName="/ppt/slideLayouts/slideLayout9.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7.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3.xml" ContentType="application/vnd.openxmlformats-officedocument.presentationml.slideLayout+xml"/>
  <Override PartName="/ppt/slideLayouts/slideLayout27.xml" ContentType="application/vnd.openxmlformats-officedocument.presentationml.slideLayout+xml"/>
  <Override PartName="/ppt/slideLayouts/slideLayout20.xml" ContentType="application/vnd.openxmlformats-officedocument.presentationml.slideLayout+xml"/>
  <Override PartName="/ppt/slideLayouts/slideLayout1.xml" ContentType="application/vnd.openxmlformats-officedocument.presentationml.slideLayout+xml"/>
  <Override PartName="/ppt/slideLayouts/slideLayout16.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s/slide12.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notesSlide1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 id="2147483670" r:id="rId13"/>
    <p:sldMasterId id="2147483672" r:id="rId14"/>
    <p:sldMasterId id="2147483674" r:id="rId15"/>
    <p:sldMasterId id="2147483676" r:id="rId16"/>
    <p:sldMasterId id="2147483678" r:id="rId17"/>
    <p:sldMasterId id="2147483680" r:id="rId18"/>
    <p:sldMasterId id="2147483682" r:id="rId19"/>
    <p:sldMasterId id="2147483684" r:id="rId20"/>
    <p:sldMasterId id="2147483686" r:id="rId21"/>
    <p:sldMasterId id="2147483689" r:id="rId22"/>
    <p:sldMasterId id="2147483692" r:id="rId23"/>
    <p:sldMasterId id="2147483696" r:id="rId24"/>
  </p:sldMasterIdLst>
  <p:notesMasterIdLst>
    <p:notesMasterId r:id="rId25"/>
  </p:notesMasterIdLst>
  <p:sldIdLst>
    <p:sldId id="256" r:id="rId26"/>
    <p:sldId id="257" r:id="rId27"/>
    <p:sldId id="258" r:id="rId28"/>
    <p:sldId id="259" r:id="rId29"/>
    <p:sldId id="260" r:id="rId30"/>
    <p:sldId id="261" r:id="rId31"/>
    <p:sldId id="262" r:id="rId32"/>
    <p:sldId id="263" r:id="rId33"/>
    <p:sldId id="264" r:id="rId34"/>
    <p:sldId id="265" r:id="rId35"/>
    <p:sldId id="266" r:id="rId36"/>
    <p:sldId id="267" r:id="rId37"/>
    <p:sldId id="268" r:id="rId38"/>
  </p:sldIdLst>
  <p:sldSz cx="12192000" cy="6858000"/>
  <p:notesSz cx="7772400" cy="100584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Master" Target="slideMasters/slideMaster12.xml"/><Relationship Id="rId14" Type="http://schemas.openxmlformats.org/officeDocument/2006/relationships/slideMaster" Target="slideMasters/slideMaster13.xml"/><Relationship Id="rId15" Type="http://schemas.openxmlformats.org/officeDocument/2006/relationships/slideMaster" Target="slideMasters/slideMaster14.xml"/><Relationship Id="rId16" Type="http://schemas.openxmlformats.org/officeDocument/2006/relationships/slideMaster" Target="slideMasters/slideMaster15.xml"/><Relationship Id="rId17" Type="http://schemas.openxmlformats.org/officeDocument/2006/relationships/slideMaster" Target="slideMasters/slideMaster16.xml"/><Relationship Id="rId18" Type="http://schemas.openxmlformats.org/officeDocument/2006/relationships/slideMaster" Target="slideMasters/slideMaster17.xml"/><Relationship Id="rId19" Type="http://schemas.openxmlformats.org/officeDocument/2006/relationships/slideMaster" Target="slideMasters/slideMaster18.xml"/><Relationship Id="rId20" Type="http://schemas.openxmlformats.org/officeDocument/2006/relationships/slideMaster" Target="slideMasters/slideMaster19.xml"/><Relationship Id="rId21" Type="http://schemas.openxmlformats.org/officeDocument/2006/relationships/slideMaster" Target="slideMasters/slideMaster20.xml"/><Relationship Id="rId22" Type="http://schemas.openxmlformats.org/officeDocument/2006/relationships/slideMaster" Target="slideMasters/slideMaster22.xml"/><Relationship Id="rId23" Type="http://schemas.openxmlformats.org/officeDocument/2006/relationships/slideMaster" Target="slideMasters/slideMaster24.xml"/><Relationship Id="rId24" Type="http://schemas.openxmlformats.org/officeDocument/2006/relationships/slideMaster" Target="slideMasters/slideMaster25.xml"/><Relationship Id="rId25" Type="http://schemas.openxmlformats.org/officeDocument/2006/relationships/notesMaster" Target="notesMasters/notesMaster1.xml"/><Relationship Id="rId26" Type="http://schemas.openxmlformats.org/officeDocument/2006/relationships/slide" Target="slides/slide1.xml"/><Relationship Id="rId27" Type="http://schemas.openxmlformats.org/officeDocument/2006/relationships/slide" Target="slides/slide2.xml"/><Relationship Id="rId28" Type="http://schemas.openxmlformats.org/officeDocument/2006/relationships/slide" Target="slides/slide3.xml"/><Relationship Id="rId29" Type="http://schemas.openxmlformats.org/officeDocument/2006/relationships/slide" Target="slides/slide4.xml"/><Relationship Id="rId30" Type="http://schemas.openxmlformats.org/officeDocument/2006/relationships/slide" Target="slides/slide5.xml"/><Relationship Id="rId31" Type="http://schemas.openxmlformats.org/officeDocument/2006/relationships/slide" Target="slides/slide6.xml"/><Relationship Id="rId32" Type="http://schemas.openxmlformats.org/officeDocument/2006/relationships/slide" Target="slides/slide7.xml"/><Relationship Id="rId33" Type="http://schemas.openxmlformats.org/officeDocument/2006/relationships/slide" Target="slides/slide8.xml"/><Relationship Id="rId34" Type="http://schemas.openxmlformats.org/officeDocument/2006/relationships/slide" Target="slides/slide9.xml"/><Relationship Id="rId35" Type="http://schemas.openxmlformats.org/officeDocument/2006/relationships/slide" Target="slides/slide10.xml"/><Relationship Id="rId36" Type="http://schemas.openxmlformats.org/officeDocument/2006/relationships/slide" Target="slides/slide11.xml"/><Relationship Id="rId37" Type="http://schemas.openxmlformats.org/officeDocument/2006/relationships/slide" Target="slides/slide12.xml"/><Relationship Id="rId38" Type="http://schemas.openxmlformats.org/officeDocument/2006/relationships/slide" Target="slides/slide13.xml"/><Relationship Id="rId3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47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474"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75" name="PlaceHolder 4"/>
          <p:cNvSpPr>
            <a:spLocks noGrp="1"/>
          </p:cNvSpPr>
          <p:nvPr>
            <p:ph type="dt" idx="76"/>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76" name="PlaceHolder 5"/>
          <p:cNvSpPr>
            <a:spLocks noGrp="1"/>
          </p:cNvSpPr>
          <p:nvPr>
            <p:ph type="ftr" idx="77"/>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77" name="PlaceHolder 6"/>
          <p:cNvSpPr>
            <a:spLocks noGrp="1"/>
          </p:cNvSpPr>
          <p:nvPr>
            <p:ph type="sldNum" idx="78"/>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65413163-E9EF-4FC7-AF00-A70D805A5C7F}"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sldImg"/>
          </p:nvPr>
        </p:nvSpPr>
        <p:spPr>
          <a:xfrm>
            <a:off x="380880" y="685800"/>
            <a:ext cx="6093000" cy="3426120"/>
          </a:xfrm>
          <a:prstGeom prst="rect">
            <a:avLst/>
          </a:prstGeom>
          <a:ln w="0">
            <a:noFill/>
          </a:ln>
        </p:spPr>
      </p:sp>
      <p:sp>
        <p:nvSpPr>
          <p:cNvPr id="529" name="PlaceHolder 2"/>
          <p:cNvSpPr>
            <a:spLocks noGrp="1"/>
          </p:cNvSpPr>
          <p:nvPr>
            <p:ph type="body"/>
          </p:nvPr>
        </p:nvSpPr>
        <p:spPr>
          <a:xfrm>
            <a:off x="685800" y="4343400"/>
            <a:ext cx="5483520" cy="4111920"/>
          </a:xfrm>
          <a:prstGeom prst="rect">
            <a:avLst/>
          </a:prstGeom>
          <a:noFill/>
          <a:ln w="0">
            <a:noFill/>
          </a:ln>
        </p:spPr>
        <p:txBody>
          <a:bodyPr lIns="91440" tIns="45720" rIns="91440" bIns="45720" anchor="t">
            <a:normAutofit/>
          </a:bodyPr>
          <a:p>
            <a:pPr indent="0" algn="l">
              <a:buNone/>
            </a:pPr>
            <a:endParaRPr lang="en-US" sz="1800" b="0" u="none" strike="noStrike">
              <a:solidFill>
                <a:srgbClr val="000000"/>
              </a:solidFill>
              <a:effectLst/>
              <a:uFillTx/>
              <a:latin typeface="Arial"/>
            </a:endParaRPr>
          </a:p>
        </p:txBody>
      </p:sp>
      <p:sp>
        <p:nvSpPr>
          <p:cNvPr id="530" name="PlaceHolder 3"/>
          <p:cNvSpPr>
            <a:spLocks noGrp="1"/>
          </p:cNvSpPr>
          <p:nvPr>
            <p:ph type="sldNum" idx="79"/>
          </p:nvPr>
        </p:nvSpPr>
        <p:spPr>
          <a:xfrm>
            <a:off x="3884760" y="8685360"/>
            <a:ext cx="2968920" cy="454320"/>
          </a:xfrm>
          <a:prstGeom prst="rect">
            <a:avLst/>
          </a:prstGeom>
          <a:noFill/>
          <a:ln w="0">
            <a:noFill/>
          </a:ln>
        </p:spPr>
        <p:txBody>
          <a:bodyPr lIns="91440" tIns="45720" rIns="91440" bIns="45720" anchor="b">
            <a:noAutofit/>
          </a:bodyPr>
          <a:lstStyle>
            <a:lvl1pPr indent="0" algn="r" defTabSz="457200">
              <a:lnSpc>
                <a:spcPct val="100000"/>
              </a:lnSpc>
              <a:buNone/>
              <a:tabLst>
                <a:tab pos="0" algn="l"/>
              </a:tabLst>
              <a:defRPr lang="en-US" sz="1200" b="0" u="none" strike="noStrike">
                <a:solidFill>
                  <a:schemeClr val="dk1"/>
                </a:solidFill>
                <a:effectLst/>
                <a:uFillTx/>
                <a:latin typeface="+mn-lt"/>
                <a:ea typeface="+mn-ea"/>
              </a:defRPr>
            </a:lvl1pPr>
          </a:lstStyle>
          <a:p>
            <a:pPr indent="0" algn="r" defTabSz="457200">
              <a:lnSpc>
                <a:spcPct val="100000"/>
              </a:lnSpc>
              <a:buNone/>
              <a:tabLst>
                <a:tab pos="0" algn="l"/>
              </a:tabLst>
            </a:pPr>
            <a:fld id="{C9D7E9D3-B5D8-437D-882B-FDEDDCF5BB66}"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2.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3.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4.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5.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6.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7.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18.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19.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jpeg"/>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0.xml"/><Relationship Id="rId2" Type="http://schemas.openxmlformats.org/officeDocument/2006/relationships/image" Target="../media/image1.jpeg"/>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2.xml"/><Relationship Id="rId2" Type="http://schemas.openxmlformats.org/officeDocument/2006/relationships/image" Target="../media/image1.jpeg"/>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2.xml"/><Relationship Id="rId2" Type="http://schemas.openxmlformats.org/officeDocument/2006/relationships/image" Target="../media/image1.jpeg"/>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24.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2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Slide">
    <p:spTree>
      <p:nvGrpSpPr>
        <p:cNvPr id="1" name=""/>
        <p:cNvGrpSpPr/>
        <p:nvPr/>
      </p:nvGrpSpPr>
      <p:grpSpPr>
        <a:xfrm>
          <a:off x="0" y="0"/>
          <a:ext cx="0" cy="0"/>
          <a:chOff x="0" y="0"/>
          <a:chExt cx="0" cy="0"/>
        </a:xfrm>
      </p:grpSpPr>
      <p:sp>
        <p:nvSpPr>
          <p:cNvPr id="29"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30"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12B3DD6A-8BBF-4837-AB1F-F85A583CA3A0}" type="slidenum">
              <a:t>&lt;#&gt;</a:t>
            </a:fld>
          </a:p>
        </p:txBody>
      </p:sp>
      <p:sp>
        <p:nvSpPr>
          <p:cNvPr id="6" name="PlaceHolder 5"/>
          <p:cNvSpPr>
            <a:spLocks noGrp="1"/>
          </p:cNvSpPr>
          <p:nvPr>
            <p:ph type="dt" idx="3"/>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spTree>
      <p:nvGrpSpPr>
        <p:cNvPr id="1" name=""/>
        <p:cNvGrpSpPr/>
        <p:nvPr/>
      </p:nvGrpSpPr>
      <p:grpSpPr>
        <a:xfrm>
          <a:off x="0" y="0"/>
          <a:ext cx="0" cy="0"/>
          <a:chOff x="0" y="0"/>
          <a:chExt cx="0" cy="0"/>
        </a:xfrm>
      </p:grpSpPr>
      <p:sp>
        <p:nvSpPr>
          <p:cNvPr id="58"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59" name="PlaceHolder 2"/>
          <p:cNvSpPr>
            <a:spLocks noGrp="1"/>
          </p:cNvSpPr>
          <p:nvPr>
            <p:ph type="subTitle"/>
          </p:nvPr>
        </p:nvSpPr>
        <p:spPr>
          <a:xfrm>
            <a:off x="677160" y="2160720"/>
            <a:ext cx="8593920" cy="387792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A8EB2884-1F20-469F-9110-DECC42614B6E}" type="slidenum">
              <a:t>&lt;#&gt;</a:t>
            </a:fld>
          </a:p>
        </p:txBody>
      </p:sp>
      <p:sp>
        <p:nvSpPr>
          <p:cNvPr id="6" name="PlaceHolder 5"/>
          <p:cNvSpPr>
            <a:spLocks noGrp="1"/>
          </p:cNvSpPr>
          <p:nvPr>
            <p:ph type="dt" idx="6"/>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Vertical Title and Text">
    <p:spTree>
      <p:nvGrpSpPr>
        <p:cNvPr id="1" name=""/>
        <p:cNvGrpSpPr/>
        <p:nvPr/>
      </p:nvGrpSpPr>
      <p:grpSpPr>
        <a:xfrm>
          <a:off x="0" y="0"/>
          <a:ext cx="0" cy="0"/>
          <a:chOff x="0" y="0"/>
          <a:chExt cx="0" cy="0"/>
        </a:xfrm>
      </p:grpSpPr>
      <p:sp>
        <p:nvSpPr>
          <p:cNvPr id="76"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77"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CB591F24-E40E-4393-A05B-8E8AF41ABC95}" type="slidenum">
              <a:t>&lt;#&gt;</a:t>
            </a:fld>
          </a:p>
        </p:txBody>
      </p:sp>
      <p:sp>
        <p:nvSpPr>
          <p:cNvPr id="6" name="PlaceHolder 5"/>
          <p:cNvSpPr>
            <a:spLocks noGrp="1"/>
          </p:cNvSpPr>
          <p:nvPr>
            <p:ph type="dt" idx="9"/>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Section Header">
    <p:spTree>
      <p:nvGrpSpPr>
        <p:cNvPr id="1" name=""/>
        <p:cNvGrpSpPr/>
        <p:nvPr/>
      </p:nvGrpSpPr>
      <p:grpSpPr>
        <a:xfrm>
          <a:off x="0" y="0"/>
          <a:ext cx="0" cy="0"/>
          <a:chOff x="0" y="0"/>
          <a:chExt cx="0" cy="0"/>
        </a:xfrm>
      </p:grpSpPr>
      <p:sp>
        <p:nvSpPr>
          <p:cNvPr id="94"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95"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9324A136-5D14-49AB-BE8A-3231E76F147D}" type="slidenum">
              <a:t>&lt;#&gt;</a:t>
            </a:fld>
          </a:p>
        </p:txBody>
      </p:sp>
      <p:sp>
        <p:nvSpPr>
          <p:cNvPr id="6" name="PlaceHolder 5"/>
          <p:cNvSpPr>
            <a:spLocks noGrp="1"/>
          </p:cNvSpPr>
          <p:nvPr>
            <p:ph type="dt" idx="12"/>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wo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13"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3"/>
          </p:nvPr>
        </p:nvSpPr>
        <p:spPr/>
        <p:txBody>
          <a:bodyPr/>
          <a:p>
            <a:r>
              <a:t>Footer</a:t>
            </a:r>
          </a:p>
        </p:txBody>
      </p:sp>
      <p:sp>
        <p:nvSpPr>
          <p:cNvPr id="5" name="PlaceHolder 4"/>
          <p:cNvSpPr>
            <a:spLocks noGrp="1"/>
          </p:cNvSpPr>
          <p:nvPr>
            <p:ph type="sldNum" idx="14"/>
          </p:nvPr>
        </p:nvSpPr>
        <p:spPr/>
        <p:txBody>
          <a:bodyPr/>
          <a:p>
            <a:fld id="{4EF0C028-3BE5-47F2-9B3C-E8E197DBA9AC}" type="slidenum">
              <a:t>&lt;#&gt;</a:t>
            </a:fld>
          </a:p>
        </p:txBody>
      </p:sp>
      <p:sp>
        <p:nvSpPr>
          <p:cNvPr id="6" name="PlaceHolder 5"/>
          <p:cNvSpPr>
            <a:spLocks noGrp="1"/>
          </p:cNvSpPr>
          <p:nvPr>
            <p:ph type="dt" idx="15"/>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Comparison">
    <p:spTree>
      <p:nvGrpSpPr>
        <p:cNvPr id="1" name=""/>
        <p:cNvGrpSpPr/>
        <p:nvPr/>
      </p:nvGrpSpPr>
      <p:grpSpPr>
        <a:xfrm>
          <a:off x="0" y="0"/>
          <a:ext cx="0" cy="0"/>
          <a:chOff x="0" y="0"/>
          <a:chExt cx="0" cy="0"/>
        </a:xfrm>
      </p:grpSpPr>
      <p:sp>
        <p:nvSpPr>
          <p:cNvPr id="130"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31"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6"/>
          </p:nvPr>
        </p:nvSpPr>
        <p:spPr/>
        <p:txBody>
          <a:bodyPr/>
          <a:p>
            <a:r>
              <a:t>Footer</a:t>
            </a:r>
          </a:p>
        </p:txBody>
      </p:sp>
      <p:sp>
        <p:nvSpPr>
          <p:cNvPr id="5" name="PlaceHolder 4"/>
          <p:cNvSpPr>
            <a:spLocks noGrp="1"/>
          </p:cNvSpPr>
          <p:nvPr>
            <p:ph type="sldNum" idx="17"/>
          </p:nvPr>
        </p:nvSpPr>
        <p:spPr/>
        <p:txBody>
          <a:bodyPr/>
          <a:p>
            <a:fld id="{210F8B17-4E12-45FC-920E-FC8BB90F5689}" type="slidenum">
              <a:t>&lt;#&gt;</a:t>
            </a:fld>
          </a:p>
        </p:txBody>
      </p:sp>
      <p:sp>
        <p:nvSpPr>
          <p:cNvPr id="6" name="PlaceHolder 5"/>
          <p:cNvSpPr>
            <a:spLocks noGrp="1"/>
          </p:cNvSpPr>
          <p:nvPr>
            <p:ph type="dt" idx="18"/>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Only">
    <p:spTree>
      <p:nvGrpSpPr>
        <p:cNvPr id="1" name=""/>
        <p:cNvGrpSpPr/>
        <p:nvPr/>
      </p:nvGrpSpPr>
      <p:grpSpPr>
        <a:xfrm>
          <a:off x="0" y="0"/>
          <a:ext cx="0" cy="0"/>
          <a:chOff x="0" y="0"/>
          <a:chExt cx="0" cy="0"/>
        </a:xfrm>
      </p:grpSpPr>
      <p:sp>
        <p:nvSpPr>
          <p:cNvPr id="148"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49"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19"/>
          </p:nvPr>
        </p:nvSpPr>
        <p:spPr/>
        <p:txBody>
          <a:bodyPr/>
          <a:p>
            <a:r>
              <a:t>Footer</a:t>
            </a:r>
          </a:p>
        </p:txBody>
      </p:sp>
      <p:sp>
        <p:nvSpPr>
          <p:cNvPr id="5" name="PlaceHolder 4"/>
          <p:cNvSpPr>
            <a:spLocks noGrp="1"/>
          </p:cNvSpPr>
          <p:nvPr>
            <p:ph type="sldNum" idx="20"/>
          </p:nvPr>
        </p:nvSpPr>
        <p:spPr/>
        <p:txBody>
          <a:bodyPr/>
          <a:p>
            <a:fld id="{927C1A1D-90A6-4433-8A09-42370DA79D95}" type="slidenum">
              <a:t>&lt;#&gt;</a:t>
            </a:fld>
          </a:p>
        </p:txBody>
      </p:sp>
      <p:sp>
        <p:nvSpPr>
          <p:cNvPr id="6" name="PlaceHolder 5"/>
          <p:cNvSpPr>
            <a:spLocks noGrp="1"/>
          </p:cNvSpPr>
          <p:nvPr>
            <p:ph type="dt" idx="21"/>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Content with Caption">
    <p:spTree>
      <p:nvGrpSpPr>
        <p:cNvPr id="1" name=""/>
        <p:cNvGrpSpPr/>
        <p:nvPr/>
      </p:nvGrpSpPr>
      <p:grpSpPr>
        <a:xfrm>
          <a:off x="0" y="0"/>
          <a:ext cx="0" cy="0"/>
          <a:chOff x="0" y="0"/>
          <a:chExt cx="0" cy="0"/>
        </a:xfrm>
      </p:grpSpPr>
      <p:sp>
        <p:nvSpPr>
          <p:cNvPr id="166"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67"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2"/>
          </p:nvPr>
        </p:nvSpPr>
        <p:spPr/>
        <p:txBody>
          <a:bodyPr/>
          <a:p>
            <a:r>
              <a:t>Footer</a:t>
            </a:r>
          </a:p>
        </p:txBody>
      </p:sp>
      <p:sp>
        <p:nvSpPr>
          <p:cNvPr id="5" name="PlaceHolder 4"/>
          <p:cNvSpPr>
            <a:spLocks noGrp="1"/>
          </p:cNvSpPr>
          <p:nvPr>
            <p:ph type="sldNum" idx="23"/>
          </p:nvPr>
        </p:nvSpPr>
        <p:spPr/>
        <p:txBody>
          <a:bodyPr/>
          <a:p>
            <a:fld id="{9EF21E48-02B5-44A8-B0E2-E76C9D06F4BC}" type="slidenum">
              <a:t>&lt;#&gt;</a:t>
            </a:fld>
          </a:p>
        </p:txBody>
      </p:sp>
      <p:sp>
        <p:nvSpPr>
          <p:cNvPr id="6" name="PlaceHolder 5"/>
          <p:cNvSpPr>
            <a:spLocks noGrp="1"/>
          </p:cNvSpPr>
          <p:nvPr>
            <p:ph type="dt" idx="24"/>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Picture with Caption">
    <p:spTree>
      <p:nvGrpSpPr>
        <p:cNvPr id="1" name=""/>
        <p:cNvGrpSpPr/>
        <p:nvPr/>
      </p:nvGrpSpPr>
      <p:grpSpPr>
        <a:xfrm>
          <a:off x="0" y="0"/>
          <a:ext cx="0" cy="0"/>
          <a:chOff x="0" y="0"/>
          <a:chExt cx="0" cy="0"/>
        </a:xfrm>
      </p:grpSpPr>
      <p:sp>
        <p:nvSpPr>
          <p:cNvPr id="184"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185"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5"/>
          </p:nvPr>
        </p:nvSpPr>
        <p:spPr/>
        <p:txBody>
          <a:bodyPr/>
          <a:p>
            <a:r>
              <a:t>Footer</a:t>
            </a:r>
          </a:p>
        </p:txBody>
      </p:sp>
      <p:sp>
        <p:nvSpPr>
          <p:cNvPr id="5" name="PlaceHolder 4"/>
          <p:cNvSpPr>
            <a:spLocks noGrp="1"/>
          </p:cNvSpPr>
          <p:nvPr>
            <p:ph type="sldNum" idx="26"/>
          </p:nvPr>
        </p:nvSpPr>
        <p:spPr/>
        <p:txBody>
          <a:bodyPr/>
          <a:p>
            <a:fld id="{7D897E3E-E2AE-41AF-A012-EF03A6FCD8A6}" type="slidenum">
              <a:t>&lt;#&gt;</a:t>
            </a:fld>
          </a:p>
        </p:txBody>
      </p:sp>
      <p:sp>
        <p:nvSpPr>
          <p:cNvPr id="6" name="PlaceHolder 5"/>
          <p:cNvSpPr>
            <a:spLocks noGrp="1"/>
          </p:cNvSpPr>
          <p:nvPr>
            <p:ph type="dt" idx="27"/>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aption">
    <p:spTree>
      <p:nvGrpSpPr>
        <p:cNvPr id="1" name=""/>
        <p:cNvGrpSpPr/>
        <p:nvPr/>
      </p:nvGrpSpPr>
      <p:grpSpPr>
        <a:xfrm>
          <a:off x="0" y="0"/>
          <a:ext cx="0" cy="0"/>
          <a:chOff x="0" y="0"/>
          <a:chExt cx="0" cy="0"/>
        </a:xfrm>
      </p:grpSpPr>
      <p:sp>
        <p:nvSpPr>
          <p:cNvPr id="202"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03"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28"/>
          </p:nvPr>
        </p:nvSpPr>
        <p:spPr/>
        <p:txBody>
          <a:bodyPr/>
          <a:p>
            <a:r>
              <a:t>Footer</a:t>
            </a:r>
          </a:p>
        </p:txBody>
      </p:sp>
      <p:sp>
        <p:nvSpPr>
          <p:cNvPr id="5" name="PlaceHolder 4"/>
          <p:cNvSpPr>
            <a:spLocks noGrp="1"/>
          </p:cNvSpPr>
          <p:nvPr>
            <p:ph type="sldNum" idx="29"/>
          </p:nvPr>
        </p:nvSpPr>
        <p:spPr/>
        <p:txBody>
          <a:bodyPr/>
          <a:p>
            <a:fld id="{594E8B1D-A4F7-48F8-B0C6-3279899B0125}" type="slidenum">
              <a:t>&lt;#&gt;</a:t>
            </a:fld>
          </a:p>
        </p:txBody>
      </p:sp>
      <p:sp>
        <p:nvSpPr>
          <p:cNvPr id="6" name="PlaceHolder 5"/>
          <p:cNvSpPr>
            <a:spLocks noGrp="1"/>
          </p:cNvSpPr>
          <p:nvPr>
            <p:ph type="dt" idx="30"/>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Quote with Caption">
    <p:spTree>
      <p:nvGrpSpPr>
        <p:cNvPr id="1" name=""/>
        <p:cNvGrpSpPr/>
        <p:nvPr/>
      </p:nvGrpSpPr>
      <p:grpSpPr>
        <a:xfrm>
          <a:off x="0" y="0"/>
          <a:ext cx="0" cy="0"/>
          <a:chOff x="0" y="0"/>
          <a:chExt cx="0" cy="0"/>
        </a:xfrm>
      </p:grpSpPr>
      <p:sp>
        <p:nvSpPr>
          <p:cNvPr id="222"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23"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31"/>
          </p:nvPr>
        </p:nvSpPr>
        <p:spPr/>
        <p:txBody>
          <a:bodyPr/>
          <a:p>
            <a:r>
              <a:t>Footer</a:t>
            </a:r>
          </a:p>
        </p:txBody>
      </p:sp>
      <p:sp>
        <p:nvSpPr>
          <p:cNvPr id="5" name="PlaceHolder 4"/>
          <p:cNvSpPr>
            <a:spLocks noGrp="1"/>
          </p:cNvSpPr>
          <p:nvPr>
            <p:ph type="sldNum" idx="32"/>
          </p:nvPr>
        </p:nvSpPr>
        <p:spPr/>
        <p:txBody>
          <a:bodyPr/>
          <a:p>
            <a:fld id="{5BD1E94C-C65E-457A-BFBF-508CC07C559F}" type="slidenum">
              <a:t>&lt;#&gt;</a:t>
            </a:fld>
          </a:p>
        </p:txBody>
      </p:sp>
      <p:sp>
        <p:nvSpPr>
          <p:cNvPr id="6" name="PlaceHolder 5"/>
          <p:cNvSpPr>
            <a:spLocks noGrp="1"/>
          </p:cNvSpPr>
          <p:nvPr>
            <p:ph type="dt" idx="33"/>
          </p:nvPr>
        </p:nvSpPr>
        <p:spPr/>
        <p:txBody>
          <a:bodyPr/>
          <a:p>
            <a:r>
              <a:rPr lang="en-US"/>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Name Card">
    <p:spTree>
      <p:nvGrpSpPr>
        <p:cNvPr id="1" name=""/>
        <p:cNvGrpSpPr/>
        <p:nvPr/>
      </p:nvGrpSpPr>
      <p:grpSpPr>
        <a:xfrm>
          <a:off x="0" y="0"/>
          <a:ext cx="0" cy="0"/>
          <a:chOff x="0" y="0"/>
          <a:chExt cx="0" cy="0"/>
        </a:xfrm>
      </p:grpSpPr>
      <p:sp>
        <p:nvSpPr>
          <p:cNvPr id="240"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41"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34"/>
          </p:nvPr>
        </p:nvSpPr>
        <p:spPr/>
        <p:txBody>
          <a:bodyPr/>
          <a:p>
            <a:r>
              <a:t>Footer</a:t>
            </a:r>
          </a:p>
        </p:txBody>
      </p:sp>
      <p:sp>
        <p:nvSpPr>
          <p:cNvPr id="5" name="PlaceHolder 4"/>
          <p:cNvSpPr>
            <a:spLocks noGrp="1"/>
          </p:cNvSpPr>
          <p:nvPr>
            <p:ph type="sldNum" idx="35"/>
          </p:nvPr>
        </p:nvSpPr>
        <p:spPr/>
        <p:txBody>
          <a:bodyPr/>
          <a:p>
            <a:fld id="{5DFD18E4-74B0-4AA0-B821-61FBC34A2E0D}" type="slidenum">
              <a:t>&lt;#&gt;</a:t>
            </a:fld>
          </a:p>
        </p:txBody>
      </p:sp>
      <p:sp>
        <p:nvSpPr>
          <p:cNvPr id="6" name="PlaceHolder 5"/>
          <p:cNvSpPr>
            <a:spLocks noGrp="1"/>
          </p:cNvSpPr>
          <p:nvPr>
            <p:ph type="dt" idx="36"/>
          </p:nvPr>
        </p:nvSpPr>
        <p:spPr/>
        <p:txBody>
          <a:bodyPr/>
          <a:p>
            <a:r>
              <a:rPr lang="en-US"/>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Quote Name Card">
    <p:spTree>
      <p:nvGrpSpPr>
        <p:cNvPr id="1" name=""/>
        <p:cNvGrpSpPr/>
        <p:nvPr/>
      </p:nvGrpSpPr>
      <p:grpSpPr>
        <a:xfrm>
          <a:off x="0" y="0"/>
          <a:ext cx="0" cy="0"/>
          <a:chOff x="0" y="0"/>
          <a:chExt cx="0" cy="0"/>
        </a:xfrm>
      </p:grpSpPr>
      <p:sp>
        <p:nvSpPr>
          <p:cNvPr id="260"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61"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37"/>
          </p:nvPr>
        </p:nvSpPr>
        <p:spPr/>
        <p:txBody>
          <a:bodyPr/>
          <a:p>
            <a:r>
              <a:t>Footer</a:t>
            </a:r>
          </a:p>
        </p:txBody>
      </p:sp>
      <p:sp>
        <p:nvSpPr>
          <p:cNvPr id="5" name="PlaceHolder 4"/>
          <p:cNvSpPr>
            <a:spLocks noGrp="1"/>
          </p:cNvSpPr>
          <p:nvPr>
            <p:ph type="sldNum" idx="38"/>
          </p:nvPr>
        </p:nvSpPr>
        <p:spPr/>
        <p:txBody>
          <a:bodyPr/>
          <a:p>
            <a:fld id="{09A20D39-A13F-45C0-A6CF-745BED17D5AC}" type="slidenum">
              <a:t>&lt;#&gt;</a:t>
            </a:fld>
          </a:p>
        </p:txBody>
      </p:sp>
      <p:sp>
        <p:nvSpPr>
          <p:cNvPr id="6" name="PlaceHolder 5"/>
          <p:cNvSpPr>
            <a:spLocks noGrp="1"/>
          </p:cNvSpPr>
          <p:nvPr>
            <p:ph type="dt" idx="39"/>
          </p:nvPr>
        </p:nvSpPr>
        <p:spPr/>
        <p:txBody>
          <a:bodyPr/>
          <a:p>
            <a:r>
              <a:rPr lang="en-US"/>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rue or False">
    <p:spTree>
      <p:nvGrpSpPr>
        <p:cNvPr id="1" name=""/>
        <p:cNvGrpSpPr/>
        <p:nvPr/>
      </p:nvGrpSpPr>
      <p:grpSpPr>
        <a:xfrm>
          <a:off x="0" y="0"/>
          <a:ext cx="0" cy="0"/>
          <a:chOff x="0" y="0"/>
          <a:chExt cx="0" cy="0"/>
        </a:xfrm>
      </p:grpSpPr>
      <p:sp>
        <p:nvSpPr>
          <p:cNvPr id="278"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79"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40"/>
          </p:nvPr>
        </p:nvSpPr>
        <p:spPr/>
        <p:txBody>
          <a:bodyPr/>
          <a:p>
            <a:r>
              <a:t>Footer</a:t>
            </a:r>
          </a:p>
        </p:txBody>
      </p:sp>
      <p:sp>
        <p:nvSpPr>
          <p:cNvPr id="5" name="PlaceHolder 4"/>
          <p:cNvSpPr>
            <a:spLocks noGrp="1"/>
          </p:cNvSpPr>
          <p:nvPr>
            <p:ph type="sldNum" idx="41"/>
          </p:nvPr>
        </p:nvSpPr>
        <p:spPr/>
        <p:txBody>
          <a:bodyPr/>
          <a:p>
            <a:fld id="{675320D1-A4FA-42BB-A04D-73E82401EB3E}" type="slidenum">
              <a:t>&lt;#&gt;</a:t>
            </a:fld>
          </a:p>
        </p:txBody>
      </p:sp>
      <p:sp>
        <p:nvSpPr>
          <p:cNvPr id="6" name="PlaceHolder 5"/>
          <p:cNvSpPr>
            <a:spLocks noGrp="1"/>
          </p:cNvSpPr>
          <p:nvPr>
            <p:ph type="dt" idx="42"/>
          </p:nvPr>
        </p:nvSpPr>
        <p:spPr/>
        <p:txBody>
          <a:bodyPr/>
          <a:p>
            <a:r>
              <a:rPr lang="en-US"/>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Vertical Text">
    <p:spTree>
      <p:nvGrpSpPr>
        <p:cNvPr id="1" name=""/>
        <p:cNvGrpSpPr/>
        <p:nvPr/>
      </p:nvGrpSpPr>
      <p:grpSpPr>
        <a:xfrm>
          <a:off x="0" y="0"/>
          <a:ext cx="0" cy="0"/>
          <a:chOff x="0" y="0"/>
          <a:chExt cx="0" cy="0"/>
        </a:xfrm>
      </p:grpSpPr>
      <p:sp>
        <p:nvSpPr>
          <p:cNvPr id="296"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297"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43"/>
          </p:nvPr>
        </p:nvSpPr>
        <p:spPr/>
        <p:txBody>
          <a:bodyPr/>
          <a:p>
            <a:r>
              <a:t>Footer</a:t>
            </a:r>
          </a:p>
        </p:txBody>
      </p:sp>
      <p:sp>
        <p:nvSpPr>
          <p:cNvPr id="5" name="PlaceHolder 4"/>
          <p:cNvSpPr>
            <a:spLocks noGrp="1"/>
          </p:cNvSpPr>
          <p:nvPr>
            <p:ph type="sldNum" idx="44"/>
          </p:nvPr>
        </p:nvSpPr>
        <p:spPr/>
        <p:txBody>
          <a:bodyPr/>
          <a:p>
            <a:fld id="{789B410B-8FB8-44B7-ADF6-EA84C13D993F}" type="slidenum">
              <a:t>&lt;#&gt;</a:t>
            </a:fld>
          </a:p>
        </p:txBody>
      </p:sp>
      <p:sp>
        <p:nvSpPr>
          <p:cNvPr id="6" name="PlaceHolder 5"/>
          <p:cNvSpPr>
            <a:spLocks noGrp="1"/>
          </p:cNvSpPr>
          <p:nvPr>
            <p:ph type="dt" idx="45"/>
          </p:nvPr>
        </p:nvSpPr>
        <p:spPr/>
        <p:txBody>
          <a:bodyPr/>
          <a:p>
            <a:r>
              <a:rPr lang="en-US"/>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315"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46"/>
          </p:nvPr>
        </p:nvSpPr>
        <p:spPr/>
        <p:txBody>
          <a:bodyPr/>
          <a:p>
            <a:r>
              <a:t>Footer</a:t>
            </a:r>
          </a:p>
        </p:txBody>
      </p:sp>
      <p:sp>
        <p:nvSpPr>
          <p:cNvPr id="5" name="PlaceHolder 4"/>
          <p:cNvSpPr>
            <a:spLocks noGrp="1"/>
          </p:cNvSpPr>
          <p:nvPr>
            <p:ph type="sldNum" idx="47"/>
          </p:nvPr>
        </p:nvSpPr>
        <p:spPr/>
        <p:txBody>
          <a:bodyPr/>
          <a:p>
            <a:fld id="{B7273933-1A9A-4EDA-977F-E1731394EE1E}" type="slidenum">
              <a:t>&lt;#&gt;</a:t>
            </a:fld>
          </a:p>
        </p:txBody>
      </p:sp>
      <p:sp>
        <p:nvSpPr>
          <p:cNvPr id="6" name="PlaceHolder 5"/>
          <p:cNvSpPr>
            <a:spLocks noGrp="1"/>
          </p:cNvSpPr>
          <p:nvPr>
            <p:ph type="dt" idx="48"/>
          </p:nvPr>
        </p:nvSpPr>
        <p:spPr/>
        <p:txBody>
          <a:bodyPr/>
          <a:p>
            <a:r>
              <a:rPr lang="en-US"/>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1">
    <p:spTree>
      <p:nvGrpSpPr>
        <p:cNvPr id="1" name=""/>
        <p:cNvGrpSpPr/>
        <p:nvPr/>
      </p:nvGrpSpPr>
      <p:grpSpPr>
        <a:xfrm>
          <a:off x="0" y="0"/>
          <a:ext cx="0" cy="0"/>
          <a:chOff x="0" y="0"/>
          <a:chExt cx="0" cy="0"/>
        </a:xfrm>
      </p:grpSpPr>
      <p:sp>
        <p:nvSpPr>
          <p:cNvPr id="332"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333"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49"/>
          </p:nvPr>
        </p:nvSpPr>
        <p:spPr/>
        <p:txBody>
          <a:bodyPr/>
          <a:p>
            <a:r>
              <a:t>Footer</a:t>
            </a:r>
          </a:p>
        </p:txBody>
      </p:sp>
      <p:sp>
        <p:nvSpPr>
          <p:cNvPr id="5" name="PlaceHolder 4"/>
          <p:cNvSpPr>
            <a:spLocks noGrp="1"/>
          </p:cNvSpPr>
          <p:nvPr>
            <p:ph type="sldNum" idx="50"/>
          </p:nvPr>
        </p:nvSpPr>
        <p:spPr/>
        <p:txBody>
          <a:bodyPr/>
          <a:p>
            <a:fld id="{E1A58698-9E2B-4673-AE04-43B3AB306700}" type="slidenum">
              <a:t>&lt;#&gt;</a:t>
            </a:fld>
          </a:p>
        </p:txBody>
      </p:sp>
      <p:sp>
        <p:nvSpPr>
          <p:cNvPr id="6" name="PlaceHolder 5"/>
          <p:cNvSpPr>
            <a:spLocks noGrp="1"/>
          </p:cNvSpPr>
          <p:nvPr>
            <p:ph type="dt" idx="51"/>
          </p:nvPr>
        </p:nvSpPr>
        <p:spPr/>
        <p:txBody>
          <a:bodyPr/>
          <a:p>
            <a:r>
              <a:rPr lang="en-US"/>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2">
    <p:spTree>
      <p:nvGrpSpPr>
        <p:cNvPr id="1" name=""/>
        <p:cNvGrpSpPr/>
        <p:nvPr/>
      </p:nvGrpSpPr>
      <p:grpSpPr>
        <a:xfrm>
          <a:off x="0" y="0"/>
          <a:ext cx="0" cy="0"/>
          <a:chOff x="0" y="0"/>
          <a:chExt cx="0" cy="0"/>
        </a:xfrm>
      </p:grpSpPr>
      <p:sp>
        <p:nvSpPr>
          <p:cNvPr id="350"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351"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52"/>
          </p:nvPr>
        </p:nvSpPr>
        <p:spPr/>
        <p:txBody>
          <a:bodyPr/>
          <a:p>
            <a:r>
              <a:t>Footer</a:t>
            </a:r>
          </a:p>
        </p:txBody>
      </p:sp>
      <p:sp>
        <p:nvSpPr>
          <p:cNvPr id="5" name="PlaceHolder 4"/>
          <p:cNvSpPr>
            <a:spLocks noGrp="1"/>
          </p:cNvSpPr>
          <p:nvPr>
            <p:ph type="sldNum" idx="53"/>
          </p:nvPr>
        </p:nvSpPr>
        <p:spPr/>
        <p:txBody>
          <a:bodyPr/>
          <a:p>
            <a:fld id="{C51F24E5-6D96-4C23-BDA2-992F074F139C}" type="slidenum">
              <a:t>&lt;#&gt;</a:t>
            </a:fld>
          </a:p>
        </p:txBody>
      </p:sp>
      <p:sp>
        <p:nvSpPr>
          <p:cNvPr id="6" name="PlaceHolder 5"/>
          <p:cNvSpPr>
            <a:spLocks noGrp="1"/>
          </p:cNvSpPr>
          <p:nvPr>
            <p:ph type="dt" idx="54"/>
          </p:nvPr>
        </p:nvSpPr>
        <p:spPr/>
        <p:txBody>
          <a:bodyPr/>
          <a:p>
            <a:r>
              <a:rPr lang="en-US"/>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3">
    <p:spTree>
      <p:nvGrpSpPr>
        <p:cNvPr id="1" name=""/>
        <p:cNvGrpSpPr/>
        <p:nvPr/>
      </p:nvGrpSpPr>
      <p:grpSpPr>
        <a:xfrm>
          <a:off x="0" y="0"/>
          <a:ext cx="0" cy="0"/>
          <a:chOff x="0" y="0"/>
          <a:chExt cx="0" cy="0"/>
        </a:xfrm>
      </p:grpSpPr>
      <p:sp>
        <p:nvSpPr>
          <p:cNvPr id="368"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369"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55"/>
          </p:nvPr>
        </p:nvSpPr>
        <p:spPr/>
        <p:txBody>
          <a:bodyPr/>
          <a:p>
            <a:r>
              <a:t>Footer</a:t>
            </a:r>
          </a:p>
        </p:txBody>
      </p:sp>
      <p:sp>
        <p:nvSpPr>
          <p:cNvPr id="5" name="PlaceHolder 4"/>
          <p:cNvSpPr>
            <a:spLocks noGrp="1"/>
          </p:cNvSpPr>
          <p:nvPr>
            <p:ph type="sldNum" idx="56"/>
          </p:nvPr>
        </p:nvSpPr>
        <p:spPr/>
        <p:txBody>
          <a:bodyPr/>
          <a:p>
            <a:fld id="{F0E400A9-8072-42F8-9EDB-48985E7C5378}" type="slidenum">
              <a:t>&lt;#&gt;</a:t>
            </a:fld>
          </a:p>
        </p:txBody>
      </p:sp>
      <p:sp>
        <p:nvSpPr>
          <p:cNvPr id="6" name="PlaceHolder 5"/>
          <p:cNvSpPr>
            <a:spLocks noGrp="1"/>
          </p:cNvSpPr>
          <p:nvPr>
            <p:ph type="dt" idx="57"/>
          </p:nvPr>
        </p:nvSpPr>
        <p:spPr/>
        <p:txBody>
          <a:bodyPr/>
          <a:p>
            <a:r>
              <a:rPr lang="en-US"/>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4">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70" name="Group 6"/>
          <p:cNvGrpSpPr/>
          <p:nvPr/>
        </p:nvGrpSpPr>
        <p:grpSpPr>
          <a:xfrm>
            <a:off x="0" y="-8640"/>
            <a:ext cx="12191040" cy="6869160"/>
            <a:chOff x="0" y="-8640"/>
            <a:chExt cx="12191040" cy="6869160"/>
          </a:xfrm>
        </p:grpSpPr>
        <p:cxnSp>
          <p:nvCxnSpPr>
            <p:cNvPr id="371" name="Straight Connector 19"/>
            <p:cNvCxnSpPr/>
            <p:nvPr/>
          </p:nvCxnSpPr>
          <p:spPr>
            <a:xfrm>
              <a:off x="9370800" y="0"/>
              <a:ext cx="1222200" cy="6860880"/>
            </a:xfrm>
            <a:prstGeom prst="straightConnector1">
              <a:avLst/>
            </a:prstGeom>
            <a:ln cap="rnd" w="9360">
              <a:solidFill>
                <a:srgbClr val="BFBFBF"/>
              </a:solidFill>
              <a:round/>
            </a:ln>
          </p:spPr>
        </p:cxnSp>
        <p:cxnSp>
          <p:nvCxnSpPr>
            <p:cNvPr id="372"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373"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74"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75"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76"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77"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78"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79"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80"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381" name="PlaceHolder 1"/>
          <p:cNvSpPr>
            <a:spLocks noGrp="1"/>
          </p:cNvSpPr>
          <p:nvPr>
            <p:ph type="title"/>
          </p:nvPr>
        </p:nvSpPr>
        <p:spPr>
          <a:xfrm>
            <a:off x="677160" y="1131480"/>
            <a:ext cx="8593920" cy="274680"/>
          </a:xfrm>
          <a:prstGeom prst="rect">
            <a:avLst/>
          </a:prstGeom>
          <a:noFill/>
          <a:ln w="0">
            <a:noFill/>
          </a:ln>
        </p:spPr>
        <p:txBody>
          <a:bodyPr lIns="0" tIns="0" rIns="0" bIns="0" anchor="ctr">
            <a:sp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382" name="PlaceHolder 2"/>
          <p:cNvSpPr>
            <a:spLocks noGrp="1"/>
          </p:cNvSpPr>
          <p:nvPr>
            <p:ph type="ftr" idx="58"/>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Times New Roman"/>
            </a:endParaRPr>
          </a:p>
        </p:txBody>
      </p:sp>
      <p:sp>
        <p:nvSpPr>
          <p:cNvPr id="383" name="PlaceHolder 3"/>
          <p:cNvSpPr>
            <a:spLocks noGrp="1"/>
          </p:cNvSpPr>
          <p:nvPr>
            <p:ph type="sldNum" idx="59"/>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AA098CCE-EB94-4155-A860-BF3696BB3D69}"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Times New Roman"/>
            </a:endParaRPr>
          </a:p>
        </p:txBody>
      </p:sp>
      <p:sp>
        <p:nvSpPr>
          <p:cNvPr id="384" name="PlaceHolder 4"/>
          <p:cNvSpPr>
            <a:spLocks noGrp="1"/>
          </p:cNvSpPr>
          <p:nvPr>
            <p:ph type="dt" idx="60"/>
          </p:nvPr>
        </p:nvSpPr>
        <p:spPr>
          <a:xfrm>
            <a:off x="7205040" y="6041520"/>
            <a:ext cx="909000" cy="36216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5">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85" name="Group 6"/>
          <p:cNvGrpSpPr/>
          <p:nvPr/>
        </p:nvGrpSpPr>
        <p:grpSpPr>
          <a:xfrm>
            <a:off x="0" y="-8640"/>
            <a:ext cx="12191040" cy="6869160"/>
            <a:chOff x="0" y="-8640"/>
            <a:chExt cx="12191040" cy="6869160"/>
          </a:xfrm>
        </p:grpSpPr>
        <p:cxnSp>
          <p:nvCxnSpPr>
            <p:cNvPr id="386" name="Straight Connector 19"/>
            <p:cNvCxnSpPr/>
            <p:nvPr/>
          </p:nvCxnSpPr>
          <p:spPr>
            <a:xfrm>
              <a:off x="9370800" y="0"/>
              <a:ext cx="1222200" cy="6860880"/>
            </a:xfrm>
            <a:prstGeom prst="straightConnector1">
              <a:avLst/>
            </a:prstGeom>
            <a:ln cap="rnd" w="9360">
              <a:solidFill>
                <a:srgbClr val="BFBFBF"/>
              </a:solidFill>
              <a:round/>
            </a:ln>
          </p:spPr>
        </p:cxnSp>
        <p:cxnSp>
          <p:nvCxnSpPr>
            <p:cNvPr id="387"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388"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89"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90"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91"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92"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93"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94"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95"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396" name="PlaceHolder 1"/>
          <p:cNvSpPr>
            <a:spLocks noGrp="1"/>
          </p:cNvSpPr>
          <p:nvPr>
            <p:ph type="title"/>
          </p:nvPr>
        </p:nvSpPr>
        <p:spPr>
          <a:xfrm>
            <a:off x="677160" y="1131480"/>
            <a:ext cx="8593920" cy="274680"/>
          </a:xfrm>
          <a:prstGeom prst="rect">
            <a:avLst/>
          </a:prstGeom>
          <a:noFill/>
          <a:ln w="0">
            <a:noFill/>
          </a:ln>
        </p:spPr>
        <p:txBody>
          <a:bodyPr lIns="0" tIns="0" rIns="0" bIns="0" anchor="ctr">
            <a:spAutoFit/>
          </a:bodyPr>
          <a:lstStyle>
            <a:lvl1pPr indent="0" algn="l">
              <a:lnSpc>
                <a:spcPct val="100000"/>
              </a:lnSpc>
              <a:buNone/>
              <a:tabLst>
                <a:tab pos="0" algn="l"/>
              </a:tabLst>
              <a:defRPr lang="en-US" sz="1800" b="0" u="none" strike="noStrike">
                <a:solidFill>
                  <a:srgbClr val="000000"/>
                </a:solidFill>
                <a:effectLst/>
                <a:uFillTx/>
                <a:latin typeface="Arial"/>
              </a:defRPr>
            </a:lvl1pPr>
          </a:lstStyle>
          <a:p>
            <a:pPr indent="0" algn="l">
              <a:lnSpc>
                <a:spcPct val="100000"/>
              </a:lnSpc>
              <a:buNone/>
              <a:tabLst>
                <a:tab pos="0" algn="l"/>
              </a:tabLst>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397"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98" name="PlaceHolder 3"/>
          <p:cNvSpPr>
            <a:spLocks noGrp="1"/>
          </p:cNvSpPr>
          <p:nvPr>
            <p:ph type="ftr" idx="61"/>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399" name="PlaceHolder 4"/>
          <p:cNvSpPr>
            <a:spLocks noGrp="1"/>
          </p:cNvSpPr>
          <p:nvPr>
            <p:ph type="sldNum" idx="62"/>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8A447F54-4684-4998-96CC-2DF7E7D2A46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400" name="PlaceHolder 5"/>
          <p:cNvSpPr>
            <a:spLocks noGrp="1"/>
          </p:cNvSpPr>
          <p:nvPr>
            <p:ph type="dt" idx="63"/>
          </p:nvPr>
        </p:nvSpPr>
        <p:spPr>
          <a:xfrm>
            <a:off x="7205040" y="6041520"/>
            <a:ext cx="909000" cy="362160"/>
          </a:xfrm>
          <a:prstGeom prst="rect">
            <a:avLst/>
          </a:prstGeom>
          <a:noFill/>
          <a:ln w="0">
            <a:noFill/>
          </a:ln>
        </p:spPr>
        <p:txBody>
          <a:bodyPr lIns="91440" tIns="45720" rIns="91440" bIns="45720" anchor="ctr">
            <a:noAutofit/>
          </a:bodyPr>
          <a:lstStyle>
            <a:lvl1pPr indent="0" algn="l">
              <a:lnSpc>
                <a:spcPct val="100000"/>
              </a:lnSpc>
              <a:buNone/>
              <a:tabLst>
                <a:tab pos="0" algn="l"/>
              </a:tabLst>
              <a:defRPr lang="en-US" sz="1400" b="0" u="none" strike="noStrike">
                <a:solidFill>
                  <a:srgbClr val="000000"/>
                </a:solidFill>
                <a:effectLst/>
                <a:uFillTx/>
                <a:latin typeface="Times New Roman"/>
              </a:defRPr>
            </a:lvl1pPr>
          </a:lstStyle>
          <a:p>
            <a:pPr indent="0" algn="l">
              <a:lnSpc>
                <a:spcPct val="100000"/>
              </a:lnSpc>
              <a:buNone/>
              <a:tabLst>
                <a:tab pos="0" algn="l"/>
              </a:tabLst>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6">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401" name="Group 6"/>
          <p:cNvGrpSpPr/>
          <p:nvPr/>
        </p:nvGrpSpPr>
        <p:grpSpPr>
          <a:xfrm>
            <a:off x="0" y="-8640"/>
            <a:ext cx="12191040" cy="6869160"/>
            <a:chOff x="0" y="-8640"/>
            <a:chExt cx="12191040" cy="6869160"/>
          </a:xfrm>
        </p:grpSpPr>
        <p:cxnSp>
          <p:nvCxnSpPr>
            <p:cNvPr id="402" name="Straight Connector 19"/>
            <p:cNvCxnSpPr/>
            <p:nvPr/>
          </p:nvCxnSpPr>
          <p:spPr>
            <a:xfrm>
              <a:off x="9370800" y="0"/>
              <a:ext cx="1222200" cy="6860880"/>
            </a:xfrm>
            <a:prstGeom prst="straightConnector1">
              <a:avLst/>
            </a:prstGeom>
            <a:ln cap="rnd" w="9360">
              <a:solidFill>
                <a:srgbClr val="BFBFBF"/>
              </a:solidFill>
              <a:round/>
            </a:ln>
          </p:spPr>
        </p:cxnSp>
        <p:cxnSp>
          <p:nvCxnSpPr>
            <p:cNvPr id="403"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404"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05"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06"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407"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408"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09"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10"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11"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412"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413" name="PlaceHolder 2"/>
          <p:cNvSpPr>
            <a:spLocks noGrp="1"/>
          </p:cNvSpPr>
          <p:nvPr>
            <p:ph type="ftr" idx="64"/>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414" name="PlaceHolder 3"/>
          <p:cNvSpPr>
            <a:spLocks noGrp="1"/>
          </p:cNvSpPr>
          <p:nvPr>
            <p:ph type="sldNum" idx="65"/>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B034E202-9E01-42C7-9570-B64F8141666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415" name="PlaceHolder 4"/>
          <p:cNvSpPr>
            <a:spLocks noGrp="1"/>
          </p:cNvSpPr>
          <p:nvPr>
            <p:ph type="dt" idx="66"/>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7">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416" name="Group 6"/>
          <p:cNvGrpSpPr/>
          <p:nvPr/>
        </p:nvGrpSpPr>
        <p:grpSpPr>
          <a:xfrm>
            <a:off x="0" y="-8640"/>
            <a:ext cx="12191040" cy="6869160"/>
            <a:chOff x="0" y="-8640"/>
            <a:chExt cx="12191040" cy="6869160"/>
          </a:xfrm>
        </p:grpSpPr>
        <p:cxnSp>
          <p:nvCxnSpPr>
            <p:cNvPr id="417" name="Straight Connector 19"/>
            <p:cNvCxnSpPr/>
            <p:nvPr/>
          </p:nvCxnSpPr>
          <p:spPr>
            <a:xfrm>
              <a:off x="9370800" y="0"/>
              <a:ext cx="1222200" cy="6860880"/>
            </a:xfrm>
            <a:prstGeom prst="straightConnector1">
              <a:avLst/>
            </a:prstGeom>
            <a:ln cap="rnd" w="9360">
              <a:solidFill>
                <a:srgbClr val="BFBFBF"/>
              </a:solidFill>
              <a:round/>
            </a:ln>
          </p:spPr>
        </p:cxnSp>
        <p:cxnSp>
          <p:nvCxnSpPr>
            <p:cNvPr id="418"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419"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20"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21"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422"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423"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24"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25"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26"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427"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428"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29" name="PlaceHolder 3"/>
          <p:cNvSpPr>
            <a:spLocks noGrp="1"/>
          </p:cNvSpPr>
          <p:nvPr>
            <p:ph type="ftr" idx="67"/>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430" name="PlaceHolder 4"/>
          <p:cNvSpPr>
            <a:spLocks noGrp="1"/>
          </p:cNvSpPr>
          <p:nvPr>
            <p:ph type="sldNum" idx="68"/>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40C67DAE-666E-40A1-B0C4-D7EA48315BFA}"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431" name="PlaceHolder 5"/>
          <p:cNvSpPr>
            <a:spLocks noGrp="1"/>
          </p:cNvSpPr>
          <p:nvPr>
            <p:ph type="dt" idx="69"/>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8">
    <p:spTree>
      <p:nvGrpSpPr>
        <p:cNvPr id="1" name=""/>
        <p:cNvGrpSpPr/>
        <p:nvPr/>
      </p:nvGrpSpPr>
      <p:grpSpPr>
        <a:xfrm>
          <a:off x="0" y="0"/>
          <a:ext cx="0" cy="0"/>
          <a:chOff x="0" y="0"/>
          <a:chExt cx="0" cy="0"/>
        </a:xfrm>
      </p:grpSpPr>
      <p:sp>
        <p:nvSpPr>
          <p:cNvPr id="448"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449" name="PlaceHolder 2"/>
          <p:cNvSpPr>
            <a:spLocks noGrp="1"/>
          </p:cNvSpPr>
          <p:nvPr>
            <p:ph type="subTitle"/>
          </p:nvPr>
        </p:nvSpPr>
        <p:spPr>
          <a:xfrm>
            <a:off x="677160" y="2160720"/>
            <a:ext cx="8593920" cy="387792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
        <p:nvSpPr>
          <p:cNvPr id="4" name="PlaceHolder 3"/>
          <p:cNvSpPr>
            <a:spLocks noGrp="1"/>
          </p:cNvSpPr>
          <p:nvPr>
            <p:ph type="ftr" idx="70"/>
          </p:nvPr>
        </p:nvSpPr>
        <p:spPr/>
        <p:txBody>
          <a:bodyPr/>
          <a:p>
            <a:r>
              <a:t>Footer</a:t>
            </a:r>
          </a:p>
        </p:txBody>
      </p:sp>
      <p:sp>
        <p:nvSpPr>
          <p:cNvPr id="5" name="PlaceHolder 4"/>
          <p:cNvSpPr>
            <a:spLocks noGrp="1"/>
          </p:cNvSpPr>
          <p:nvPr>
            <p:ph type="sldNum" idx="71"/>
          </p:nvPr>
        </p:nvSpPr>
        <p:spPr/>
        <p:txBody>
          <a:bodyPr/>
          <a:p>
            <a:fld id="{FD83C2A2-8028-4A6E-87EE-D78712EEA496}" type="slidenum">
              <a:t>&lt;#&gt;</a:t>
            </a:fld>
          </a:p>
        </p:txBody>
      </p:sp>
      <p:sp>
        <p:nvSpPr>
          <p:cNvPr id="6" name="PlaceHolder 5"/>
          <p:cNvSpPr>
            <a:spLocks noGrp="1"/>
          </p:cNvSpPr>
          <p:nvPr>
            <p:ph type="dt" idx="72"/>
          </p:nvPr>
        </p:nvSpPr>
        <p:spPr/>
        <p:txBody>
          <a:bodyPr/>
          <a:p>
            <a:r>
              <a:rPr lang="en-US"/>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8">
    <p:spTree>
      <p:nvGrpSpPr>
        <p:cNvPr id="1" name=""/>
        <p:cNvGrpSpPr/>
        <p:nvPr/>
      </p:nvGrpSpPr>
      <p:grpSpPr>
        <a:xfrm>
          <a:off x="0" y="0"/>
          <a:ext cx="0" cy="0"/>
          <a:chOff x="0" y="0"/>
          <a:chExt cx="0" cy="0"/>
        </a:xfrm>
      </p:grpSpPr>
      <p:sp>
        <p:nvSpPr>
          <p:cNvPr id="450"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451"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70"/>
          </p:nvPr>
        </p:nvSpPr>
        <p:spPr/>
        <p:txBody>
          <a:bodyPr/>
          <a:p>
            <a:r>
              <a:t>Footer</a:t>
            </a:r>
          </a:p>
        </p:txBody>
      </p:sp>
      <p:sp>
        <p:nvSpPr>
          <p:cNvPr id="5" name="PlaceHolder 4"/>
          <p:cNvSpPr>
            <a:spLocks noGrp="1"/>
          </p:cNvSpPr>
          <p:nvPr>
            <p:ph type="sldNum" idx="71"/>
          </p:nvPr>
        </p:nvSpPr>
        <p:spPr/>
        <p:txBody>
          <a:bodyPr/>
          <a:p>
            <a:fld id="{C5C48CA3-89A7-4270-BB25-F1878CE8025C}" type="slidenum">
              <a:t>&lt;#&gt;</a:t>
            </a:fld>
          </a:p>
        </p:txBody>
      </p:sp>
      <p:sp>
        <p:nvSpPr>
          <p:cNvPr id="6" name="PlaceHolder 5"/>
          <p:cNvSpPr>
            <a:spLocks noGrp="1"/>
          </p:cNvSpPr>
          <p:nvPr>
            <p:ph type="dt" idx="72"/>
          </p:nvPr>
        </p:nvSpPr>
        <p:spPr/>
        <p:txBody>
          <a:bodyPr/>
          <a:p>
            <a:r>
              <a:rPr lang="en-US"/>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Default 8">
    <p:spTree>
      <p:nvGrpSpPr>
        <p:cNvPr id="1" name=""/>
        <p:cNvGrpSpPr/>
        <p:nvPr/>
      </p:nvGrpSpPr>
      <p:grpSpPr>
        <a:xfrm>
          <a:off x="0" y="0"/>
          <a:ext cx="0" cy="0"/>
          <a:chOff x="0" y="0"/>
          <a:chExt cx="0" cy="0"/>
        </a:xfrm>
      </p:grpSpPr>
      <p:sp>
        <p:nvSpPr>
          <p:cNvPr id="452"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453"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70"/>
          </p:nvPr>
        </p:nvSpPr>
        <p:spPr/>
        <p:txBody>
          <a:bodyPr/>
          <a:p>
            <a:r>
              <a:t>Footer</a:t>
            </a:r>
          </a:p>
        </p:txBody>
      </p:sp>
      <p:sp>
        <p:nvSpPr>
          <p:cNvPr id="5" name="PlaceHolder 4"/>
          <p:cNvSpPr>
            <a:spLocks noGrp="1"/>
          </p:cNvSpPr>
          <p:nvPr>
            <p:ph type="sldNum" idx="71"/>
          </p:nvPr>
        </p:nvSpPr>
        <p:spPr/>
        <p:txBody>
          <a:bodyPr/>
          <a:p>
            <a:fld id="{C609EB1F-CD9E-4A4B-B9D0-6D8B8769C07A}" type="slidenum">
              <a:t>&lt;#&gt;</a:t>
            </a:fld>
          </a:p>
        </p:txBody>
      </p:sp>
      <p:sp>
        <p:nvSpPr>
          <p:cNvPr id="6" name="PlaceHolder 5"/>
          <p:cNvSpPr>
            <a:spLocks noGrp="1"/>
          </p:cNvSpPr>
          <p:nvPr>
            <p:ph type="dt" idx="72"/>
          </p:nvPr>
        </p:nvSpPr>
        <p:spPr/>
        <p:txBody>
          <a:bodyPr/>
          <a:p>
            <a:r>
              <a:rPr lang="en-US"/>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Blank">
    <p:spTree>
      <p:nvGrpSpPr>
        <p:cNvPr id="1" name=""/>
        <p:cNvGrpSpPr/>
        <p:nvPr/>
      </p:nvGrpSpPr>
      <p:grpSpPr>
        <a:xfrm>
          <a:off x="0" y="0"/>
          <a:ext cx="0" cy="0"/>
          <a:chOff x="0" y="0"/>
          <a:chExt cx="0" cy="0"/>
        </a:xfrm>
      </p:grpSpPr>
      <p:sp>
        <p:nvSpPr>
          <p:cNvPr id="470" name="PlaceHolder 1"/>
          <p:cNvSpPr>
            <a:spLocks noGrp="1"/>
          </p:cNvSpPr>
          <p:nvPr>
            <p:ph type="title"/>
          </p:nvPr>
        </p:nvSpPr>
        <p:spPr>
          <a:xfrm>
            <a:off x="677160" y="955800"/>
            <a:ext cx="8593920" cy="625320"/>
          </a:xfrm>
          <a:prstGeom prst="rect">
            <a:avLst/>
          </a:prstGeom>
          <a:noFill/>
          <a:ln w="0">
            <a:noFill/>
          </a:ln>
        </p:spPr>
        <p:txBody>
          <a:bodyPr lIns="0" tIns="0" rIns="0" bIns="0" anchor="ctr">
            <a:spAutoFit/>
          </a:bodyPr>
          <a:p>
            <a:pPr indent="0" algn="ctr">
              <a:buNone/>
            </a:pPr>
            <a:endParaRPr lang="en-US" sz="4400" b="0" u="none" strike="noStrike">
              <a:solidFill>
                <a:srgbClr val="000000"/>
              </a:solidFill>
              <a:effectLst/>
              <a:uFillTx/>
              <a:latin typeface="Arial"/>
            </a:endParaRPr>
          </a:p>
        </p:txBody>
      </p:sp>
      <p:sp>
        <p:nvSpPr>
          <p:cNvPr id="471" name="PlaceHolder 2"/>
          <p:cNvSpPr>
            <a:spLocks noGrp="1"/>
          </p:cNvSpPr>
          <p:nvPr>
            <p:ph/>
          </p:nvPr>
        </p:nvSpPr>
        <p:spPr>
          <a:xfrm>
            <a:off x="677160" y="2160720"/>
            <a:ext cx="8593920" cy="3877920"/>
          </a:xfrm>
          <a:prstGeom prst="rect">
            <a:avLst/>
          </a:prstGeom>
          <a:noFill/>
          <a:ln w="0">
            <a:noFill/>
          </a:ln>
        </p:spPr>
        <p:txBody>
          <a:bodyPr lIns="0" tIns="0" rIns="0" bIns="0" anchor="t">
            <a:normAutofit/>
          </a:bodyPr>
          <a:p>
            <a:pPr indent="0" algn="l">
              <a:spcBef>
                <a:spcPts val="1417"/>
              </a:spcBef>
              <a:buNone/>
            </a:pPr>
            <a:endParaRPr lang="en-US" sz="3200" b="0" u="none" strike="noStrike">
              <a:solidFill>
                <a:srgbClr val="000000"/>
              </a:solidFill>
              <a:effectLst/>
              <a:uFillTx/>
              <a:latin typeface="Arial"/>
            </a:endParaRPr>
          </a:p>
        </p:txBody>
      </p:sp>
      <p:sp>
        <p:nvSpPr>
          <p:cNvPr id="4" name="PlaceHolder 3"/>
          <p:cNvSpPr>
            <a:spLocks noGrp="1"/>
          </p:cNvSpPr>
          <p:nvPr>
            <p:ph type="ftr" idx="73"/>
          </p:nvPr>
        </p:nvSpPr>
        <p:spPr/>
        <p:txBody>
          <a:bodyPr/>
          <a:p>
            <a:r>
              <a:t>Footer</a:t>
            </a:r>
          </a:p>
        </p:txBody>
      </p:sp>
      <p:sp>
        <p:nvSpPr>
          <p:cNvPr id="5" name="PlaceHolder 4"/>
          <p:cNvSpPr>
            <a:spLocks noGrp="1"/>
          </p:cNvSpPr>
          <p:nvPr>
            <p:ph type="sldNum" idx="74"/>
          </p:nvPr>
        </p:nvSpPr>
        <p:spPr/>
        <p:txBody>
          <a:bodyPr/>
          <a:p>
            <a:fld id="{79B85D36-BEF7-4528-9A33-C8CEEF6E9E30}" type="slidenum">
              <a:t>&lt;#&gt;</a:t>
            </a:fld>
          </a:p>
        </p:txBody>
      </p:sp>
      <p:sp>
        <p:nvSpPr>
          <p:cNvPr id="6" name="PlaceHolder 5"/>
          <p:cNvSpPr>
            <a:spLocks noGrp="1"/>
          </p:cNvSpPr>
          <p:nvPr>
            <p:ph type="dt" idx="75"/>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jpeg"/><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1.jpeg"/><Relationship Id="rId3"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jpeg"/><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1.jpeg"/><Relationship Id="rId3"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1.jpeg"/><Relationship Id="rId3"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1.jpeg"/><Relationship Id="rId3"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1.jpeg"/><Relationship Id="rId3"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1.jpeg"/><Relationship Id="rId3"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image" Target="../media/image1.jpeg"/><Relationship Id="rId3"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image" Target="../media/image1.jpeg"/><Relationship Id="rId3" Type="http://schemas.openxmlformats.org/officeDocument/2006/relationships/slideLayout" Target="../slideLayouts/slideLayout11.xml"/>
</Relationships>
</file>

<file path=ppt/slideMasters/_rels/slideMaster12.xml.rels><?xml version="1.0" encoding="UTF-8"?>
<Relationships xmlns="http://schemas.openxmlformats.org/package/2006/relationships"><Relationship Id="rId1" Type="http://schemas.openxmlformats.org/officeDocument/2006/relationships/theme" Target="../theme/theme12.xml"/><Relationship Id="rId2" Type="http://schemas.openxmlformats.org/officeDocument/2006/relationships/image" Target="../media/image1.jpeg"/><Relationship Id="rId3" Type="http://schemas.openxmlformats.org/officeDocument/2006/relationships/slideLayout" Target="../slideLayouts/slideLayout12.xml"/>
</Relationships>
</file>

<file path=ppt/slideMasters/_rels/slideMaster13.xml.rels><?xml version="1.0" encoding="UTF-8"?>
<Relationships xmlns="http://schemas.openxmlformats.org/package/2006/relationships"><Relationship Id="rId1" Type="http://schemas.openxmlformats.org/officeDocument/2006/relationships/theme" Target="../theme/theme13.xml"/><Relationship Id="rId2" Type="http://schemas.openxmlformats.org/officeDocument/2006/relationships/image" Target="../media/image1.jpeg"/><Relationship Id="rId3" Type="http://schemas.openxmlformats.org/officeDocument/2006/relationships/slideLayout" Target="../slideLayouts/slideLayout13.xml"/>
</Relationships>
</file>

<file path=ppt/slideMasters/_rels/slideMaster14.xml.rels><?xml version="1.0" encoding="UTF-8"?>
<Relationships xmlns="http://schemas.openxmlformats.org/package/2006/relationships"><Relationship Id="rId1" Type="http://schemas.openxmlformats.org/officeDocument/2006/relationships/theme" Target="../theme/theme14.xml"/><Relationship Id="rId2" Type="http://schemas.openxmlformats.org/officeDocument/2006/relationships/image" Target="../media/image1.jpeg"/><Relationship Id="rId3" Type="http://schemas.openxmlformats.org/officeDocument/2006/relationships/slideLayout" Target="../slideLayouts/slideLayout14.xml"/>
</Relationships>
</file>

<file path=ppt/slideMasters/_rels/slideMaster15.xml.rels><?xml version="1.0" encoding="UTF-8"?>
<Relationships xmlns="http://schemas.openxmlformats.org/package/2006/relationships"><Relationship Id="rId1" Type="http://schemas.openxmlformats.org/officeDocument/2006/relationships/theme" Target="../theme/theme15.xml"/><Relationship Id="rId2" Type="http://schemas.openxmlformats.org/officeDocument/2006/relationships/image" Target="../media/image1.jpeg"/><Relationship Id="rId3" Type="http://schemas.openxmlformats.org/officeDocument/2006/relationships/slideLayout" Target="../slideLayouts/slideLayout15.xml"/>
</Relationships>
</file>

<file path=ppt/slideMasters/_rels/slideMaster16.xml.rels><?xml version="1.0" encoding="UTF-8"?>
<Relationships xmlns="http://schemas.openxmlformats.org/package/2006/relationships"><Relationship Id="rId1" Type="http://schemas.openxmlformats.org/officeDocument/2006/relationships/theme" Target="../theme/theme16.xml"/><Relationship Id="rId2" Type="http://schemas.openxmlformats.org/officeDocument/2006/relationships/image" Target="../media/image1.jpeg"/><Relationship Id="rId3" Type="http://schemas.openxmlformats.org/officeDocument/2006/relationships/slideLayout" Target="../slideLayouts/slideLayout16.xml"/>
</Relationships>
</file>

<file path=ppt/slideMasters/_rels/slideMaster17.xml.rels><?xml version="1.0" encoding="UTF-8"?>
<Relationships xmlns="http://schemas.openxmlformats.org/package/2006/relationships"><Relationship Id="rId1" Type="http://schemas.openxmlformats.org/officeDocument/2006/relationships/theme" Target="../theme/theme17.xml"/><Relationship Id="rId2" Type="http://schemas.openxmlformats.org/officeDocument/2006/relationships/image" Target="../media/image1.jpeg"/><Relationship Id="rId3" Type="http://schemas.openxmlformats.org/officeDocument/2006/relationships/slideLayout" Target="../slideLayouts/slideLayout17.xml"/>
</Relationships>
</file>

<file path=ppt/slideMasters/_rels/slideMaster18.xml.rels><?xml version="1.0" encoding="UTF-8"?>
<Relationships xmlns="http://schemas.openxmlformats.org/package/2006/relationships"><Relationship Id="rId1" Type="http://schemas.openxmlformats.org/officeDocument/2006/relationships/theme" Target="../theme/theme18.xml"/><Relationship Id="rId2" Type="http://schemas.openxmlformats.org/officeDocument/2006/relationships/image" Target="../media/image1.jpeg"/><Relationship Id="rId3" Type="http://schemas.openxmlformats.org/officeDocument/2006/relationships/slideLayout" Target="../slideLayouts/slideLayout18.xml"/>
</Relationships>
</file>

<file path=ppt/slideMasters/_rels/slideMaster19.xml.rels><?xml version="1.0" encoding="UTF-8"?>
<Relationships xmlns="http://schemas.openxmlformats.org/package/2006/relationships"><Relationship Id="rId1" Type="http://schemas.openxmlformats.org/officeDocument/2006/relationships/theme" Target="../theme/theme19.xml"/><Relationship Id="rId2" Type="http://schemas.openxmlformats.org/officeDocument/2006/relationships/image" Target="../media/image1.jpeg"/><Relationship Id="rId3" Type="http://schemas.openxmlformats.org/officeDocument/2006/relationships/slideLayout" Target="../slideLayouts/slideLayout19.xml"/>
</Relationships>
</file>

<file path=ppt/slideMasters/_rels/slideMaster20.xml.rels><?xml version="1.0" encoding="UTF-8"?>
<Relationships xmlns="http://schemas.openxmlformats.org/package/2006/relationships"><Relationship Id="rId1" Type="http://schemas.openxmlformats.org/officeDocument/2006/relationships/theme" Target="../theme/theme20.xml"/><Relationship Id="rId2" Type="http://schemas.openxmlformats.org/officeDocument/2006/relationships/slideLayout" Target="../slideLayouts/slideLayout20.xml"/><Relationship Id="rId3" Type="http://schemas.openxmlformats.org/officeDocument/2006/relationships/slideLayout" Target="../slideLayouts/slideLayout21.xml"/>
</Relationships>
</file>

<file path=ppt/slideMasters/_rels/slideMaster22.xml.rels><?xml version="1.0" encoding="UTF-8"?>
<Relationships xmlns="http://schemas.openxmlformats.org/package/2006/relationships"><Relationship Id="rId1" Type="http://schemas.openxmlformats.org/officeDocument/2006/relationships/theme" Target="../theme/theme21.xml"/><Relationship Id="rId2" Type="http://schemas.openxmlformats.org/officeDocument/2006/relationships/slideLayout" Target="../slideLayouts/slideLayout22.xml"/><Relationship Id="rId3" Type="http://schemas.openxmlformats.org/officeDocument/2006/relationships/slideLayout" Target="../slideLayouts/slideLayout23.xml"/>
</Relationships>
</file>

<file path=ppt/slideMasters/_rels/slideMaster24.xml.rels><?xml version="1.0" encoding="UTF-8"?>
<Relationships xmlns="http://schemas.openxmlformats.org/package/2006/relationships"><Relationship Id="rId1" Type="http://schemas.openxmlformats.org/officeDocument/2006/relationships/theme" Target="../theme/theme22.xml"/><Relationship Id="rId2" Type="http://schemas.openxmlformats.org/officeDocument/2006/relationships/image" Target="../media/image1.jpeg"/><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
</Relationships>
</file>

<file path=ppt/slideMasters/_rels/slideMaster25.xml.rels><?xml version="1.0" encoding="UTF-8"?>
<Relationships xmlns="http://schemas.openxmlformats.org/package/2006/relationships"><Relationship Id="rId1" Type="http://schemas.openxmlformats.org/officeDocument/2006/relationships/theme" Target="../theme/theme23.xml"/><Relationship Id="rId2" Type="http://schemas.openxmlformats.org/officeDocument/2006/relationships/image" Target="../media/image1.jpeg"/><Relationship Id="rId3" Type="http://schemas.openxmlformats.org/officeDocument/2006/relationships/slideLayout" Target="../slideLayouts/slideLayout2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 name="Group 6"/>
          <p:cNvGrpSpPr/>
          <p:nvPr/>
        </p:nvGrpSpPr>
        <p:grpSpPr>
          <a:xfrm>
            <a:off x="0" y="-8640"/>
            <a:ext cx="12191040" cy="6869160"/>
            <a:chOff x="0" y="-8640"/>
            <a:chExt cx="12191040" cy="6869160"/>
          </a:xfrm>
        </p:grpSpPr>
        <p:cxnSp>
          <p:nvCxnSpPr>
            <p:cNvPr id="3" name="Straight Connector 19"/>
            <p:cNvCxnSpPr/>
            <p:nvPr/>
          </p:nvCxnSpPr>
          <p:spPr>
            <a:xfrm>
              <a:off x="9370800" y="0"/>
              <a:ext cx="1222200" cy="6860880"/>
            </a:xfrm>
            <a:prstGeom prst="straightConnector1">
              <a:avLst/>
            </a:prstGeom>
            <a:ln cap="rnd" w="9360">
              <a:solidFill>
                <a:srgbClr val="BFBFBF"/>
              </a:solidFill>
              <a:round/>
            </a:ln>
          </p:spPr>
        </p:cxnSp>
        <p:cxnSp>
          <p:nvCxnSpPr>
            <p:cNvPr id="4"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5"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6"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7"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8"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9"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1"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2"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grpSp>
        <p:nvGrpSpPr>
          <p:cNvPr id="13" name="Group 6"/>
          <p:cNvGrpSpPr/>
          <p:nvPr/>
        </p:nvGrpSpPr>
        <p:grpSpPr>
          <a:xfrm>
            <a:off x="2880" y="-8640"/>
            <a:ext cx="12188160" cy="6869160"/>
            <a:chOff x="2880" y="-8640"/>
            <a:chExt cx="12188160" cy="6869160"/>
          </a:xfrm>
        </p:grpSpPr>
        <p:cxnSp>
          <p:nvCxnSpPr>
            <p:cNvPr id="14" name="Straight Connector 31"/>
            <p:cNvCxnSpPr/>
            <p:nvPr/>
          </p:nvCxnSpPr>
          <p:spPr>
            <a:xfrm>
              <a:off x="9370800" y="0"/>
              <a:ext cx="1222200" cy="6860880"/>
            </a:xfrm>
            <a:prstGeom prst="straightConnector1">
              <a:avLst/>
            </a:prstGeom>
            <a:ln cap="rnd" w="9360">
              <a:solidFill>
                <a:srgbClr val="BFBFBF"/>
              </a:solidFill>
              <a:round/>
            </a:ln>
          </p:spPr>
        </p:cxnSp>
        <p:cxnSp>
          <p:nvCxnSpPr>
            <p:cNvPr id="15"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16"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7"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8" name="Isosceles Triangle 26"/>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9"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0"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1"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 name="Isosceles Triangle 30"/>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3" name="Isosceles Triangle 18"/>
            <p:cNvSpPr/>
            <p:nvPr/>
          </p:nvSpPr>
          <p:spPr>
            <a:xfrm rot="10800000">
              <a:off x="2880" y="2880"/>
              <a:ext cx="839880" cy="5663160"/>
            </a:xfrm>
            <a:prstGeom prst="triangle">
              <a:avLst>
                <a:gd name="adj" fmla="val 10000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4"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5"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6" name="PlaceHolder 3"/>
          <p:cNvSpPr>
            <a:spLocks noGrp="1"/>
          </p:cNvSpPr>
          <p:nvPr>
            <p:ph type="ftr" idx="1"/>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7" name="PlaceHolder 4"/>
          <p:cNvSpPr>
            <a:spLocks noGrp="1"/>
          </p:cNvSpPr>
          <p:nvPr>
            <p:ph type="sldNum" idx="2"/>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A455CEC3-C814-437E-AE6D-A2F8EE77AAD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8" name="PlaceHolder 5"/>
          <p:cNvSpPr>
            <a:spLocks noGrp="1"/>
          </p:cNvSpPr>
          <p:nvPr>
            <p:ph type="dt" idx="3"/>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49" r:id="rId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 name="Group 6"/>
          <p:cNvGrpSpPr/>
          <p:nvPr/>
        </p:nvGrpSpPr>
        <p:grpSpPr>
          <a:xfrm>
            <a:off x="0" y="-8640"/>
            <a:ext cx="12191040" cy="6869160"/>
            <a:chOff x="0" y="-8640"/>
            <a:chExt cx="12191040" cy="6869160"/>
          </a:xfrm>
        </p:grpSpPr>
        <p:cxnSp>
          <p:nvCxnSpPr>
            <p:cNvPr id="32" name="Straight Connector 19"/>
            <p:cNvCxnSpPr/>
            <p:nvPr/>
          </p:nvCxnSpPr>
          <p:spPr>
            <a:xfrm>
              <a:off x="9370800" y="0"/>
              <a:ext cx="1222200" cy="6860880"/>
            </a:xfrm>
            <a:prstGeom prst="straightConnector1">
              <a:avLst/>
            </a:prstGeom>
            <a:ln cap="rnd" w="9360">
              <a:solidFill>
                <a:srgbClr val="BFBFBF"/>
              </a:solidFill>
              <a:round/>
            </a:ln>
          </p:spPr>
        </p:cxnSp>
        <p:cxnSp>
          <p:nvCxnSpPr>
            <p:cNvPr id="33"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34"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5"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6"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7"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8"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9"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0"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1"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grpSp>
        <p:nvGrpSpPr>
          <p:cNvPr id="42" name="Group 6"/>
          <p:cNvGrpSpPr/>
          <p:nvPr/>
        </p:nvGrpSpPr>
        <p:grpSpPr>
          <a:xfrm>
            <a:off x="2880" y="-8640"/>
            <a:ext cx="12188160" cy="6869160"/>
            <a:chOff x="2880" y="-8640"/>
            <a:chExt cx="12188160" cy="6869160"/>
          </a:xfrm>
        </p:grpSpPr>
        <p:cxnSp>
          <p:nvCxnSpPr>
            <p:cNvPr id="43" name="Straight Connector 31"/>
            <p:cNvCxnSpPr/>
            <p:nvPr/>
          </p:nvCxnSpPr>
          <p:spPr>
            <a:xfrm>
              <a:off x="9370800" y="0"/>
              <a:ext cx="1222200" cy="6860880"/>
            </a:xfrm>
            <a:prstGeom prst="straightConnector1">
              <a:avLst/>
            </a:prstGeom>
            <a:ln cap="rnd" w="9360">
              <a:solidFill>
                <a:srgbClr val="BFBFBF"/>
              </a:solidFill>
              <a:round/>
            </a:ln>
          </p:spPr>
        </p:cxnSp>
        <p:cxnSp>
          <p:nvCxnSpPr>
            <p:cNvPr id="44"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45"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6"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7" name="Isosceles Triangle 26"/>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48"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49"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50"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51" name="Isosceles Triangle 30"/>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52" name="Isosceles Triangle 18"/>
            <p:cNvSpPr/>
            <p:nvPr/>
          </p:nvSpPr>
          <p:spPr>
            <a:xfrm rot="10800000">
              <a:off x="2880" y="2880"/>
              <a:ext cx="839880" cy="5663160"/>
            </a:xfrm>
            <a:prstGeom prst="triangle">
              <a:avLst>
                <a:gd name="adj" fmla="val 10000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53"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54" name="PlaceHolder 2"/>
          <p:cNvSpPr>
            <a:spLocks noGrp="1"/>
          </p:cNvSpPr>
          <p:nvPr>
            <p:ph type="ftr" idx="4"/>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 </a:t>
            </a:r>
            <a:endParaRPr lang="en-US" sz="1400" b="0" u="none" strike="noStrike">
              <a:solidFill>
                <a:srgbClr val="000000"/>
              </a:solidFill>
              <a:effectLst/>
              <a:uFillTx/>
              <a:latin typeface="Times New Roman"/>
            </a:endParaRPr>
          </a:p>
        </p:txBody>
      </p:sp>
      <p:sp>
        <p:nvSpPr>
          <p:cNvPr id="55" name="PlaceHolder 3"/>
          <p:cNvSpPr>
            <a:spLocks noGrp="1"/>
          </p:cNvSpPr>
          <p:nvPr>
            <p:ph type="sldNum" idx="5"/>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26CDFF03-E511-457F-A319-07D030628731}" type="slidenum">
              <a:rPr lang="en-IN" sz="900" b="0" u="none" strike="noStrike">
                <a:solidFill>
                  <a:schemeClr val="accent1"/>
                </a:solidFill>
                <a:effectLst/>
                <a:uFillTx/>
                <a:latin typeface="Trebuchet MS"/>
              </a:rPr>
              <a:t>1</a:t>
            </a:fld>
            <a:endParaRPr lang="en-US" sz="900" b="0" u="none" strike="noStrike">
              <a:solidFill>
                <a:srgbClr val="000000"/>
              </a:solidFill>
              <a:effectLst/>
              <a:uFillTx/>
              <a:latin typeface="Times New Roman"/>
            </a:endParaRPr>
          </a:p>
        </p:txBody>
      </p:sp>
      <p:sp>
        <p:nvSpPr>
          <p:cNvPr id="56" name="PlaceHolder 4"/>
          <p:cNvSpPr>
            <a:spLocks noGrp="1"/>
          </p:cNvSpPr>
          <p:nvPr>
            <p:ph type="dt" idx="6"/>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57"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1"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60" name="Group 6"/>
          <p:cNvGrpSpPr/>
          <p:nvPr/>
        </p:nvGrpSpPr>
        <p:grpSpPr>
          <a:xfrm>
            <a:off x="0" y="-8640"/>
            <a:ext cx="12191040" cy="6869160"/>
            <a:chOff x="0" y="-8640"/>
            <a:chExt cx="12191040" cy="6869160"/>
          </a:xfrm>
        </p:grpSpPr>
        <p:cxnSp>
          <p:nvCxnSpPr>
            <p:cNvPr id="61" name="Straight Connector 19"/>
            <p:cNvCxnSpPr/>
            <p:nvPr/>
          </p:nvCxnSpPr>
          <p:spPr>
            <a:xfrm>
              <a:off x="9370800" y="0"/>
              <a:ext cx="1222200" cy="6860880"/>
            </a:xfrm>
            <a:prstGeom prst="straightConnector1">
              <a:avLst/>
            </a:prstGeom>
            <a:ln cap="rnd" w="9360">
              <a:solidFill>
                <a:srgbClr val="BFBFBF"/>
              </a:solidFill>
              <a:round/>
            </a:ln>
          </p:spPr>
        </p:cxnSp>
        <p:cxnSp>
          <p:nvCxnSpPr>
            <p:cNvPr id="62"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63"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64"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65"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66"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67"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68"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69"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70"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71" name="PlaceHolder 1"/>
          <p:cNvSpPr>
            <a:spLocks noGrp="1"/>
          </p:cNvSpPr>
          <p:nvPr>
            <p:ph type="title"/>
          </p:nvPr>
        </p:nvSpPr>
        <p:spPr>
          <a:xfrm>
            <a:off x="677160" y="956160"/>
            <a:ext cx="8593920" cy="624960"/>
          </a:xfrm>
          <a:prstGeom prst="rect">
            <a:avLst/>
          </a:prstGeom>
          <a:noFill/>
          <a:ln w="0">
            <a:noFill/>
          </a:ln>
        </p:spPr>
        <p:txBody>
          <a:bodyPr lIns="0" tIns="0" rIns="0" bIns="0" anchor="ctr" vert="eaVert">
            <a:no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72" name="PlaceHolder 2"/>
          <p:cNvSpPr>
            <a:spLocks noGrp="1"/>
          </p:cNvSpPr>
          <p:nvPr>
            <p:ph type="body"/>
          </p:nvPr>
        </p:nvSpPr>
        <p:spPr>
          <a:xfrm>
            <a:off x="677160" y="2160720"/>
            <a:ext cx="8593920" cy="3877920"/>
          </a:xfrm>
          <a:prstGeom prst="rect">
            <a:avLst/>
          </a:prstGeom>
          <a:noFill/>
          <a:ln w="0">
            <a:noFill/>
          </a:ln>
        </p:spPr>
        <p:txBody>
          <a:bodyPr lIns="0" tIns="0" rIns="0" bIns="0" anchor="t" vert="eaVe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73" name="PlaceHolder 3"/>
          <p:cNvSpPr>
            <a:spLocks noGrp="1"/>
          </p:cNvSpPr>
          <p:nvPr>
            <p:ph type="ftr" idx="7"/>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74" name="PlaceHolder 4"/>
          <p:cNvSpPr>
            <a:spLocks noGrp="1"/>
          </p:cNvSpPr>
          <p:nvPr>
            <p:ph type="sldNum" idx="8"/>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F7B34B5E-E4A4-4957-8666-BCCD8D3BBAA8}"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75" name="PlaceHolder 5"/>
          <p:cNvSpPr>
            <a:spLocks noGrp="1"/>
          </p:cNvSpPr>
          <p:nvPr>
            <p:ph type="dt" idx="9"/>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3" r:id="rId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78" name="Group 6"/>
          <p:cNvGrpSpPr/>
          <p:nvPr/>
        </p:nvGrpSpPr>
        <p:grpSpPr>
          <a:xfrm>
            <a:off x="0" y="-8640"/>
            <a:ext cx="12191040" cy="6869160"/>
            <a:chOff x="0" y="-8640"/>
            <a:chExt cx="12191040" cy="6869160"/>
          </a:xfrm>
        </p:grpSpPr>
        <p:cxnSp>
          <p:nvCxnSpPr>
            <p:cNvPr id="79" name="Straight Connector 19"/>
            <p:cNvCxnSpPr/>
            <p:nvPr/>
          </p:nvCxnSpPr>
          <p:spPr>
            <a:xfrm>
              <a:off x="9370800" y="0"/>
              <a:ext cx="1222200" cy="6860880"/>
            </a:xfrm>
            <a:prstGeom prst="straightConnector1">
              <a:avLst/>
            </a:prstGeom>
            <a:ln cap="rnd" w="9360">
              <a:solidFill>
                <a:srgbClr val="BFBFBF"/>
              </a:solidFill>
              <a:round/>
            </a:ln>
          </p:spPr>
        </p:cxnSp>
        <p:cxnSp>
          <p:nvCxnSpPr>
            <p:cNvPr id="80"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81"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82"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83"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84"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85"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86"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87"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88"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89"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90"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91" name="PlaceHolder 3"/>
          <p:cNvSpPr>
            <a:spLocks noGrp="1"/>
          </p:cNvSpPr>
          <p:nvPr>
            <p:ph type="ftr" idx="10"/>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92" name="PlaceHolder 4"/>
          <p:cNvSpPr>
            <a:spLocks noGrp="1"/>
          </p:cNvSpPr>
          <p:nvPr>
            <p:ph type="sldNum" idx="11"/>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F9935A84-421D-4481-A9DC-DAD0A88BC34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93" name="PlaceHolder 5"/>
          <p:cNvSpPr>
            <a:spLocks noGrp="1"/>
          </p:cNvSpPr>
          <p:nvPr>
            <p:ph type="dt" idx="12"/>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5"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96" name="Group 6"/>
          <p:cNvGrpSpPr/>
          <p:nvPr/>
        </p:nvGrpSpPr>
        <p:grpSpPr>
          <a:xfrm>
            <a:off x="0" y="-8640"/>
            <a:ext cx="12191040" cy="6869160"/>
            <a:chOff x="0" y="-8640"/>
            <a:chExt cx="12191040" cy="6869160"/>
          </a:xfrm>
        </p:grpSpPr>
        <p:cxnSp>
          <p:nvCxnSpPr>
            <p:cNvPr id="97" name="Straight Connector 19"/>
            <p:cNvCxnSpPr/>
            <p:nvPr/>
          </p:nvCxnSpPr>
          <p:spPr>
            <a:xfrm>
              <a:off x="9370800" y="0"/>
              <a:ext cx="1222200" cy="6860880"/>
            </a:xfrm>
            <a:prstGeom prst="straightConnector1">
              <a:avLst/>
            </a:prstGeom>
            <a:ln cap="rnd" w="9360">
              <a:solidFill>
                <a:srgbClr val="BFBFBF"/>
              </a:solidFill>
              <a:round/>
            </a:ln>
          </p:spPr>
        </p:cxnSp>
        <p:cxnSp>
          <p:nvCxnSpPr>
            <p:cNvPr id="98"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99"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0"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1"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02"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03"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4"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5"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06"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07"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08"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09" name="PlaceHolder 3"/>
          <p:cNvSpPr>
            <a:spLocks noGrp="1"/>
          </p:cNvSpPr>
          <p:nvPr>
            <p:ph type="ftr" idx="13"/>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10" name="PlaceHolder 4"/>
          <p:cNvSpPr>
            <a:spLocks noGrp="1"/>
          </p:cNvSpPr>
          <p:nvPr>
            <p:ph type="sldNum" idx="14"/>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ECFFC8EB-C47B-45FC-894F-89A79D9A18E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11" name="PlaceHolder 5"/>
          <p:cNvSpPr>
            <a:spLocks noGrp="1"/>
          </p:cNvSpPr>
          <p:nvPr>
            <p:ph type="dt" idx="15"/>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7" r:id="rId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14" name="Group 6"/>
          <p:cNvGrpSpPr/>
          <p:nvPr/>
        </p:nvGrpSpPr>
        <p:grpSpPr>
          <a:xfrm>
            <a:off x="0" y="-8640"/>
            <a:ext cx="12191040" cy="6869160"/>
            <a:chOff x="0" y="-8640"/>
            <a:chExt cx="12191040" cy="6869160"/>
          </a:xfrm>
        </p:grpSpPr>
        <p:cxnSp>
          <p:nvCxnSpPr>
            <p:cNvPr id="115" name="Straight Connector 19"/>
            <p:cNvCxnSpPr/>
            <p:nvPr/>
          </p:nvCxnSpPr>
          <p:spPr>
            <a:xfrm>
              <a:off x="9370800" y="0"/>
              <a:ext cx="1222200" cy="6860880"/>
            </a:xfrm>
            <a:prstGeom prst="straightConnector1">
              <a:avLst/>
            </a:prstGeom>
            <a:ln cap="rnd" w="9360">
              <a:solidFill>
                <a:srgbClr val="BFBFBF"/>
              </a:solidFill>
              <a:round/>
            </a:ln>
          </p:spPr>
        </p:cxnSp>
        <p:cxnSp>
          <p:nvCxnSpPr>
            <p:cNvPr id="116"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117"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18"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19"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20"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21"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22"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23"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24"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25"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26"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27" name="PlaceHolder 3"/>
          <p:cNvSpPr>
            <a:spLocks noGrp="1"/>
          </p:cNvSpPr>
          <p:nvPr>
            <p:ph type="ftr" idx="16"/>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28" name="PlaceHolder 4"/>
          <p:cNvSpPr>
            <a:spLocks noGrp="1"/>
          </p:cNvSpPr>
          <p:nvPr>
            <p:ph type="sldNum" idx="17"/>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8690102A-8AEB-4922-9F30-40F71166D33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29" name="PlaceHolder 5"/>
          <p:cNvSpPr>
            <a:spLocks noGrp="1"/>
          </p:cNvSpPr>
          <p:nvPr>
            <p:ph type="dt" idx="18"/>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59" r:id="rId3"/>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32" name="Group 6"/>
          <p:cNvGrpSpPr/>
          <p:nvPr/>
        </p:nvGrpSpPr>
        <p:grpSpPr>
          <a:xfrm>
            <a:off x="0" y="-8640"/>
            <a:ext cx="12191040" cy="6869160"/>
            <a:chOff x="0" y="-8640"/>
            <a:chExt cx="12191040" cy="6869160"/>
          </a:xfrm>
        </p:grpSpPr>
        <p:cxnSp>
          <p:nvCxnSpPr>
            <p:cNvPr id="133" name="Straight Connector 19"/>
            <p:cNvCxnSpPr/>
            <p:nvPr/>
          </p:nvCxnSpPr>
          <p:spPr>
            <a:xfrm>
              <a:off x="9370800" y="0"/>
              <a:ext cx="1222200" cy="6860880"/>
            </a:xfrm>
            <a:prstGeom prst="straightConnector1">
              <a:avLst/>
            </a:prstGeom>
            <a:ln cap="rnd" w="9360">
              <a:solidFill>
                <a:srgbClr val="BFBFBF"/>
              </a:solidFill>
              <a:round/>
            </a:ln>
          </p:spPr>
        </p:cxnSp>
        <p:cxnSp>
          <p:nvCxnSpPr>
            <p:cNvPr id="134"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135"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36"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37"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38"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39"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40"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41"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42"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43"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44"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45" name="PlaceHolder 3"/>
          <p:cNvSpPr>
            <a:spLocks noGrp="1"/>
          </p:cNvSpPr>
          <p:nvPr>
            <p:ph type="ftr" idx="19"/>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46" name="PlaceHolder 4"/>
          <p:cNvSpPr>
            <a:spLocks noGrp="1"/>
          </p:cNvSpPr>
          <p:nvPr>
            <p:ph type="sldNum" idx="20"/>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C8789E85-BD82-4AFE-90B0-6A400A21DFC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47" name="PlaceHolder 5"/>
          <p:cNvSpPr>
            <a:spLocks noGrp="1"/>
          </p:cNvSpPr>
          <p:nvPr>
            <p:ph type="dt" idx="21"/>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1" r:id="rId3"/>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50" name="Group 6"/>
          <p:cNvGrpSpPr/>
          <p:nvPr/>
        </p:nvGrpSpPr>
        <p:grpSpPr>
          <a:xfrm>
            <a:off x="0" y="-8640"/>
            <a:ext cx="12191040" cy="6869160"/>
            <a:chOff x="0" y="-8640"/>
            <a:chExt cx="12191040" cy="6869160"/>
          </a:xfrm>
        </p:grpSpPr>
        <p:cxnSp>
          <p:nvCxnSpPr>
            <p:cNvPr id="151" name="Straight Connector 19"/>
            <p:cNvCxnSpPr/>
            <p:nvPr/>
          </p:nvCxnSpPr>
          <p:spPr>
            <a:xfrm>
              <a:off x="9370800" y="0"/>
              <a:ext cx="1222200" cy="6860880"/>
            </a:xfrm>
            <a:prstGeom prst="straightConnector1">
              <a:avLst/>
            </a:prstGeom>
            <a:ln cap="rnd" w="9360">
              <a:solidFill>
                <a:srgbClr val="BFBFBF"/>
              </a:solidFill>
              <a:round/>
            </a:ln>
          </p:spPr>
        </p:cxnSp>
        <p:cxnSp>
          <p:nvCxnSpPr>
            <p:cNvPr id="152"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153"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54"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55"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56"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57"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58"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59"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60"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61"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62"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63" name="PlaceHolder 3"/>
          <p:cNvSpPr>
            <a:spLocks noGrp="1"/>
          </p:cNvSpPr>
          <p:nvPr>
            <p:ph type="ftr" idx="22"/>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64" name="PlaceHolder 4"/>
          <p:cNvSpPr>
            <a:spLocks noGrp="1"/>
          </p:cNvSpPr>
          <p:nvPr>
            <p:ph type="sldNum" idx="23"/>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530E163E-1025-405A-9DE4-1B667D8290F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65" name="PlaceHolder 5"/>
          <p:cNvSpPr>
            <a:spLocks noGrp="1"/>
          </p:cNvSpPr>
          <p:nvPr>
            <p:ph type="dt" idx="24"/>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3" r:id="rId3"/>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68" name="Group 6"/>
          <p:cNvGrpSpPr/>
          <p:nvPr/>
        </p:nvGrpSpPr>
        <p:grpSpPr>
          <a:xfrm>
            <a:off x="0" y="-8640"/>
            <a:ext cx="12191040" cy="6869160"/>
            <a:chOff x="0" y="-8640"/>
            <a:chExt cx="12191040" cy="6869160"/>
          </a:xfrm>
        </p:grpSpPr>
        <p:cxnSp>
          <p:nvCxnSpPr>
            <p:cNvPr id="169" name="Straight Connector 19"/>
            <p:cNvCxnSpPr/>
            <p:nvPr/>
          </p:nvCxnSpPr>
          <p:spPr>
            <a:xfrm>
              <a:off x="9370800" y="0"/>
              <a:ext cx="1222200" cy="6860880"/>
            </a:xfrm>
            <a:prstGeom prst="straightConnector1">
              <a:avLst/>
            </a:prstGeom>
            <a:ln cap="rnd" w="9360">
              <a:solidFill>
                <a:srgbClr val="BFBFBF"/>
              </a:solidFill>
              <a:round/>
            </a:ln>
          </p:spPr>
        </p:cxnSp>
        <p:cxnSp>
          <p:nvCxnSpPr>
            <p:cNvPr id="170"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171"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72"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73"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74"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75"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76"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77"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78"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79"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80"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81" name="PlaceHolder 3"/>
          <p:cNvSpPr>
            <a:spLocks noGrp="1"/>
          </p:cNvSpPr>
          <p:nvPr>
            <p:ph type="ftr" idx="25"/>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182" name="PlaceHolder 4"/>
          <p:cNvSpPr>
            <a:spLocks noGrp="1"/>
          </p:cNvSpPr>
          <p:nvPr>
            <p:ph type="sldNum" idx="26"/>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34B503E9-56A4-4F4F-A625-B7FA66AF6827}"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183" name="PlaceHolder 5"/>
          <p:cNvSpPr>
            <a:spLocks noGrp="1"/>
          </p:cNvSpPr>
          <p:nvPr>
            <p:ph type="dt" idx="27"/>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5" r:id="rId3"/>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186" name="Group 6"/>
          <p:cNvGrpSpPr/>
          <p:nvPr/>
        </p:nvGrpSpPr>
        <p:grpSpPr>
          <a:xfrm>
            <a:off x="0" y="-8640"/>
            <a:ext cx="12191040" cy="6869160"/>
            <a:chOff x="0" y="-8640"/>
            <a:chExt cx="12191040" cy="6869160"/>
          </a:xfrm>
        </p:grpSpPr>
        <p:cxnSp>
          <p:nvCxnSpPr>
            <p:cNvPr id="187" name="Straight Connector 19"/>
            <p:cNvCxnSpPr/>
            <p:nvPr/>
          </p:nvCxnSpPr>
          <p:spPr>
            <a:xfrm>
              <a:off x="9370800" y="0"/>
              <a:ext cx="1222200" cy="6860880"/>
            </a:xfrm>
            <a:prstGeom prst="straightConnector1">
              <a:avLst/>
            </a:prstGeom>
            <a:ln cap="rnd" w="9360">
              <a:solidFill>
                <a:srgbClr val="BFBFBF"/>
              </a:solidFill>
              <a:round/>
            </a:ln>
          </p:spPr>
        </p:cxnSp>
        <p:cxnSp>
          <p:nvCxnSpPr>
            <p:cNvPr id="188"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189"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90"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91"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92"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193"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94"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95"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196"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197"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198"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199" name="PlaceHolder 3"/>
          <p:cNvSpPr>
            <a:spLocks noGrp="1"/>
          </p:cNvSpPr>
          <p:nvPr>
            <p:ph type="ftr" idx="28"/>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00" name="PlaceHolder 4"/>
          <p:cNvSpPr>
            <a:spLocks noGrp="1"/>
          </p:cNvSpPr>
          <p:nvPr>
            <p:ph type="sldNum" idx="29"/>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0A24F730-4906-4797-B208-F9D9D3D79C36}"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01" name="PlaceHolder 5"/>
          <p:cNvSpPr>
            <a:spLocks noGrp="1"/>
          </p:cNvSpPr>
          <p:nvPr>
            <p:ph type="dt" idx="30"/>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7" r:id="rId3"/>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04" name="Group 6"/>
          <p:cNvGrpSpPr/>
          <p:nvPr/>
        </p:nvGrpSpPr>
        <p:grpSpPr>
          <a:xfrm>
            <a:off x="0" y="-8640"/>
            <a:ext cx="12191040" cy="6869160"/>
            <a:chOff x="0" y="-8640"/>
            <a:chExt cx="12191040" cy="6869160"/>
          </a:xfrm>
        </p:grpSpPr>
        <p:cxnSp>
          <p:nvCxnSpPr>
            <p:cNvPr id="205" name="Straight Connector 19"/>
            <p:cNvCxnSpPr/>
            <p:nvPr/>
          </p:nvCxnSpPr>
          <p:spPr>
            <a:xfrm>
              <a:off x="9370800" y="0"/>
              <a:ext cx="1222200" cy="6860880"/>
            </a:xfrm>
            <a:prstGeom prst="straightConnector1">
              <a:avLst/>
            </a:prstGeom>
            <a:ln cap="rnd" w="9360">
              <a:solidFill>
                <a:srgbClr val="BFBFBF"/>
              </a:solidFill>
              <a:round/>
            </a:ln>
          </p:spPr>
        </p:cxnSp>
        <p:cxnSp>
          <p:nvCxnSpPr>
            <p:cNvPr id="206"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207"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08"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09"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10"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11"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12"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13"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14"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15" name="TextBox 19"/>
          <p:cNvSpPr/>
          <p:nvPr/>
        </p:nvSpPr>
        <p:spPr>
          <a:xfrm>
            <a:off x="541800" y="790200"/>
            <a:ext cx="606600" cy="58176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Arial"/>
            </a:endParaRPr>
          </a:p>
        </p:txBody>
      </p:sp>
      <p:sp>
        <p:nvSpPr>
          <p:cNvPr id="216" name="TextBox 21"/>
          <p:cNvSpPr/>
          <p:nvPr/>
        </p:nvSpPr>
        <p:spPr>
          <a:xfrm>
            <a:off x="8893080" y="2886480"/>
            <a:ext cx="606600" cy="58176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Arial"/>
            </a:endParaRPr>
          </a:p>
        </p:txBody>
      </p:sp>
      <p:sp>
        <p:nvSpPr>
          <p:cNvPr id="217"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18"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19" name="PlaceHolder 3"/>
          <p:cNvSpPr>
            <a:spLocks noGrp="1"/>
          </p:cNvSpPr>
          <p:nvPr>
            <p:ph type="ftr" idx="31"/>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20" name="PlaceHolder 4"/>
          <p:cNvSpPr>
            <a:spLocks noGrp="1"/>
          </p:cNvSpPr>
          <p:nvPr>
            <p:ph type="sldNum" idx="32"/>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1D21BF2E-75E8-4FAC-9F25-B2346E71A3BD}"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21" name="PlaceHolder 5"/>
          <p:cNvSpPr>
            <a:spLocks noGrp="1"/>
          </p:cNvSpPr>
          <p:nvPr>
            <p:ph type="dt" idx="33"/>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69" r:id="rId3"/>
  </p:sldLayoutIdLst>
</p:sldMaster>
</file>

<file path=ppt/slideMasters/slideMaster1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24" name="Group 6"/>
          <p:cNvGrpSpPr/>
          <p:nvPr/>
        </p:nvGrpSpPr>
        <p:grpSpPr>
          <a:xfrm>
            <a:off x="0" y="-8640"/>
            <a:ext cx="12191040" cy="6869160"/>
            <a:chOff x="0" y="-8640"/>
            <a:chExt cx="12191040" cy="6869160"/>
          </a:xfrm>
        </p:grpSpPr>
        <p:cxnSp>
          <p:nvCxnSpPr>
            <p:cNvPr id="225" name="Straight Connector 19"/>
            <p:cNvCxnSpPr/>
            <p:nvPr/>
          </p:nvCxnSpPr>
          <p:spPr>
            <a:xfrm>
              <a:off x="9370800" y="0"/>
              <a:ext cx="1222200" cy="6860880"/>
            </a:xfrm>
            <a:prstGeom prst="straightConnector1">
              <a:avLst/>
            </a:prstGeom>
            <a:ln cap="rnd" w="9360">
              <a:solidFill>
                <a:srgbClr val="BFBFBF"/>
              </a:solidFill>
              <a:round/>
            </a:ln>
          </p:spPr>
        </p:cxnSp>
        <p:cxnSp>
          <p:nvCxnSpPr>
            <p:cNvPr id="226"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227"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8"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29"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30"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31"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32"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33"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34"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35"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36"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37" name="PlaceHolder 3"/>
          <p:cNvSpPr>
            <a:spLocks noGrp="1"/>
          </p:cNvSpPr>
          <p:nvPr>
            <p:ph type="ftr" idx="34"/>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38" name="PlaceHolder 4"/>
          <p:cNvSpPr>
            <a:spLocks noGrp="1"/>
          </p:cNvSpPr>
          <p:nvPr>
            <p:ph type="sldNum" idx="35"/>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3F12B35A-50BC-4874-97F1-5CF4CBD18BE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39" name="PlaceHolder 5"/>
          <p:cNvSpPr>
            <a:spLocks noGrp="1"/>
          </p:cNvSpPr>
          <p:nvPr>
            <p:ph type="dt" idx="36"/>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1" r:id="rId3"/>
  </p:sldLayoutIdLst>
</p:sldMaster>
</file>

<file path=ppt/slideMasters/slideMaster1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42" name="Group 6"/>
          <p:cNvGrpSpPr/>
          <p:nvPr/>
        </p:nvGrpSpPr>
        <p:grpSpPr>
          <a:xfrm>
            <a:off x="0" y="-8640"/>
            <a:ext cx="12191040" cy="6869160"/>
            <a:chOff x="0" y="-8640"/>
            <a:chExt cx="12191040" cy="6869160"/>
          </a:xfrm>
        </p:grpSpPr>
        <p:cxnSp>
          <p:nvCxnSpPr>
            <p:cNvPr id="243" name="Straight Connector 19"/>
            <p:cNvCxnSpPr/>
            <p:nvPr/>
          </p:nvCxnSpPr>
          <p:spPr>
            <a:xfrm>
              <a:off x="9370800" y="0"/>
              <a:ext cx="1222200" cy="6860880"/>
            </a:xfrm>
            <a:prstGeom prst="straightConnector1">
              <a:avLst/>
            </a:prstGeom>
            <a:ln cap="rnd" w="9360">
              <a:solidFill>
                <a:srgbClr val="BFBFBF"/>
              </a:solidFill>
              <a:round/>
            </a:ln>
          </p:spPr>
        </p:cxnSp>
        <p:cxnSp>
          <p:nvCxnSpPr>
            <p:cNvPr id="244"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245"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46"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47"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48"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49"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50"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51"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52"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53" name="TextBox 23"/>
          <p:cNvSpPr/>
          <p:nvPr/>
        </p:nvSpPr>
        <p:spPr>
          <a:xfrm>
            <a:off x="541800" y="790200"/>
            <a:ext cx="606600" cy="58176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Arial"/>
            </a:endParaRPr>
          </a:p>
        </p:txBody>
      </p:sp>
      <p:sp>
        <p:nvSpPr>
          <p:cNvPr id="254" name="TextBox 24"/>
          <p:cNvSpPr/>
          <p:nvPr/>
        </p:nvSpPr>
        <p:spPr>
          <a:xfrm>
            <a:off x="8893080" y="2886480"/>
            <a:ext cx="606600" cy="581760"/>
          </a:xfrm>
          <a:prstGeom prst="rect">
            <a:avLst/>
          </a:prstGeom>
          <a:noFill/>
          <a:ln w="0">
            <a:noFill/>
          </a:ln>
        </p:spPr>
        <p:style>
          <a:lnRef idx="0"/>
          <a:fillRef idx="0"/>
          <a:effectRef idx="0"/>
          <a:fontRef idx="minor"/>
        </p:style>
        <p:txBody>
          <a:bodyPr lIns="90000" tIns="45000" rIns="90000" bIns="45000" anchor="ctr">
            <a:noAutofit/>
          </a:bodyPr>
          <a:p>
            <a:pPr defTabSz="457200">
              <a:lnSpc>
                <a:spcPct val="100000"/>
              </a:lnSpc>
            </a:pPr>
            <a:r>
              <a:rPr lang="en-US" sz="8000" b="0" u="none" strike="noStrike">
                <a:solidFill>
                  <a:schemeClr val="accent1">
                    <a:lumMod val="60000"/>
                    <a:lumOff val="40000"/>
                  </a:schemeClr>
                </a:solidFill>
                <a:effectLst/>
                <a:uFillTx/>
                <a:latin typeface="Arial"/>
                <a:ea typeface="DejaVu Sans"/>
              </a:rPr>
              <a:t>”</a:t>
            </a:r>
            <a:endParaRPr lang="en-US" sz="8000" b="0" u="none" strike="noStrike">
              <a:solidFill>
                <a:srgbClr val="000000"/>
              </a:solidFill>
              <a:effectLst/>
              <a:uFillTx/>
              <a:latin typeface="Arial"/>
            </a:endParaRPr>
          </a:p>
        </p:txBody>
      </p:sp>
      <p:sp>
        <p:nvSpPr>
          <p:cNvPr id="255"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56"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57" name="PlaceHolder 3"/>
          <p:cNvSpPr>
            <a:spLocks noGrp="1"/>
          </p:cNvSpPr>
          <p:nvPr>
            <p:ph type="ftr" idx="37"/>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58" name="PlaceHolder 4"/>
          <p:cNvSpPr>
            <a:spLocks noGrp="1"/>
          </p:cNvSpPr>
          <p:nvPr>
            <p:ph type="sldNum" idx="38"/>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35681E8F-B25E-473C-902C-A6AF717F7A3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59" name="PlaceHolder 5"/>
          <p:cNvSpPr>
            <a:spLocks noGrp="1"/>
          </p:cNvSpPr>
          <p:nvPr>
            <p:ph type="dt" idx="39"/>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3" r:id="rId3"/>
  </p:sldLayoutIdLst>
</p:sldMaster>
</file>

<file path=ppt/slideMasters/slideMaster1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62" name="Group 6"/>
          <p:cNvGrpSpPr/>
          <p:nvPr/>
        </p:nvGrpSpPr>
        <p:grpSpPr>
          <a:xfrm>
            <a:off x="0" y="-8640"/>
            <a:ext cx="12191040" cy="6869160"/>
            <a:chOff x="0" y="-8640"/>
            <a:chExt cx="12191040" cy="6869160"/>
          </a:xfrm>
        </p:grpSpPr>
        <p:cxnSp>
          <p:nvCxnSpPr>
            <p:cNvPr id="263" name="Straight Connector 19"/>
            <p:cNvCxnSpPr/>
            <p:nvPr/>
          </p:nvCxnSpPr>
          <p:spPr>
            <a:xfrm>
              <a:off x="9370800" y="0"/>
              <a:ext cx="1222200" cy="6860880"/>
            </a:xfrm>
            <a:prstGeom prst="straightConnector1">
              <a:avLst/>
            </a:prstGeom>
            <a:ln cap="rnd" w="9360">
              <a:solidFill>
                <a:srgbClr val="BFBFBF"/>
              </a:solidFill>
              <a:round/>
            </a:ln>
          </p:spPr>
        </p:cxnSp>
        <p:cxnSp>
          <p:nvCxnSpPr>
            <p:cNvPr id="264"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265"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66"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67"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68"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69"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70"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71"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72"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73"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74"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75" name="PlaceHolder 3"/>
          <p:cNvSpPr>
            <a:spLocks noGrp="1"/>
          </p:cNvSpPr>
          <p:nvPr>
            <p:ph type="ftr" idx="40"/>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76" name="PlaceHolder 4"/>
          <p:cNvSpPr>
            <a:spLocks noGrp="1"/>
          </p:cNvSpPr>
          <p:nvPr>
            <p:ph type="sldNum" idx="41"/>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4FDCD4F4-F508-49C5-ADEE-BD4A144C14D2}"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77" name="PlaceHolder 5"/>
          <p:cNvSpPr>
            <a:spLocks noGrp="1"/>
          </p:cNvSpPr>
          <p:nvPr>
            <p:ph type="dt" idx="42"/>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5" r:id="rId3"/>
  </p:sldLayoutIdLst>
</p:sldMaster>
</file>

<file path=ppt/slideMasters/slideMaster1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80" name="Group 6"/>
          <p:cNvGrpSpPr/>
          <p:nvPr/>
        </p:nvGrpSpPr>
        <p:grpSpPr>
          <a:xfrm>
            <a:off x="0" y="-8640"/>
            <a:ext cx="12191040" cy="6869160"/>
            <a:chOff x="0" y="-8640"/>
            <a:chExt cx="12191040" cy="6869160"/>
          </a:xfrm>
        </p:grpSpPr>
        <p:cxnSp>
          <p:nvCxnSpPr>
            <p:cNvPr id="281" name="Straight Connector 19"/>
            <p:cNvCxnSpPr/>
            <p:nvPr/>
          </p:nvCxnSpPr>
          <p:spPr>
            <a:xfrm>
              <a:off x="9370800" y="0"/>
              <a:ext cx="1222200" cy="6860880"/>
            </a:xfrm>
            <a:prstGeom prst="straightConnector1">
              <a:avLst/>
            </a:prstGeom>
            <a:ln cap="rnd" w="9360">
              <a:solidFill>
                <a:srgbClr val="BFBFBF"/>
              </a:solidFill>
              <a:round/>
            </a:ln>
          </p:spPr>
        </p:cxnSp>
        <p:cxnSp>
          <p:nvCxnSpPr>
            <p:cNvPr id="282"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283"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84"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85"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86"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287"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88"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89"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290"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291"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292" name="PlaceHolder 2"/>
          <p:cNvSpPr>
            <a:spLocks noGrp="1"/>
          </p:cNvSpPr>
          <p:nvPr>
            <p:ph type="body"/>
          </p:nvPr>
        </p:nvSpPr>
        <p:spPr>
          <a:xfrm>
            <a:off x="677160" y="2160720"/>
            <a:ext cx="8593920" cy="3877920"/>
          </a:xfrm>
          <a:prstGeom prst="rect">
            <a:avLst/>
          </a:prstGeom>
          <a:noFill/>
          <a:ln w="0">
            <a:noFill/>
          </a:ln>
        </p:spPr>
        <p:txBody>
          <a:bodyPr lIns="0" tIns="0" rIns="0" bIns="0" anchor="t" vert="eaVe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293" name="PlaceHolder 3"/>
          <p:cNvSpPr>
            <a:spLocks noGrp="1"/>
          </p:cNvSpPr>
          <p:nvPr>
            <p:ph type="ftr" idx="43"/>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294" name="PlaceHolder 4"/>
          <p:cNvSpPr>
            <a:spLocks noGrp="1"/>
          </p:cNvSpPr>
          <p:nvPr>
            <p:ph type="sldNum" idx="44"/>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EF59FE19-CE98-479F-A659-7F9C65262AC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295" name="PlaceHolder 5"/>
          <p:cNvSpPr>
            <a:spLocks noGrp="1"/>
          </p:cNvSpPr>
          <p:nvPr>
            <p:ph type="dt" idx="45"/>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7" r:id="rId3"/>
  </p:sldLayoutIdLst>
</p:sldMaster>
</file>

<file path=ppt/slideMasters/slideMaster1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298" name="Group 6"/>
          <p:cNvGrpSpPr/>
          <p:nvPr/>
        </p:nvGrpSpPr>
        <p:grpSpPr>
          <a:xfrm>
            <a:off x="0" y="-8640"/>
            <a:ext cx="12191040" cy="6869160"/>
            <a:chOff x="0" y="-8640"/>
            <a:chExt cx="12191040" cy="6869160"/>
          </a:xfrm>
        </p:grpSpPr>
        <p:cxnSp>
          <p:nvCxnSpPr>
            <p:cNvPr id="299" name="Straight Connector 19"/>
            <p:cNvCxnSpPr/>
            <p:nvPr/>
          </p:nvCxnSpPr>
          <p:spPr>
            <a:xfrm>
              <a:off x="9370800" y="0"/>
              <a:ext cx="1222200" cy="6860880"/>
            </a:xfrm>
            <a:prstGeom prst="straightConnector1">
              <a:avLst/>
            </a:prstGeom>
            <a:ln cap="rnd" w="9360">
              <a:solidFill>
                <a:srgbClr val="BFBFBF"/>
              </a:solidFill>
              <a:round/>
            </a:ln>
          </p:spPr>
        </p:cxnSp>
        <p:cxnSp>
          <p:nvCxnSpPr>
            <p:cNvPr id="300"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301"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02"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03"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04"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05"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06"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07"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08"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309"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310"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11" name="PlaceHolder 3"/>
          <p:cNvSpPr>
            <a:spLocks noGrp="1"/>
          </p:cNvSpPr>
          <p:nvPr>
            <p:ph type="ftr" idx="46"/>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312" name="PlaceHolder 4"/>
          <p:cNvSpPr>
            <a:spLocks noGrp="1"/>
          </p:cNvSpPr>
          <p:nvPr>
            <p:ph type="sldNum" idx="47"/>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B4E08726-3A52-4376-B4CB-5ACC468E63A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313" name="PlaceHolder 5"/>
          <p:cNvSpPr>
            <a:spLocks noGrp="1"/>
          </p:cNvSpPr>
          <p:nvPr>
            <p:ph type="dt" idx="48"/>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79" r:id="rId3"/>
  </p:sldLayoutIdLst>
</p:sldMaster>
</file>

<file path=ppt/slideMasters/slideMaster1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16" name="Group 6"/>
          <p:cNvGrpSpPr/>
          <p:nvPr/>
        </p:nvGrpSpPr>
        <p:grpSpPr>
          <a:xfrm>
            <a:off x="0" y="-8640"/>
            <a:ext cx="12191040" cy="6869160"/>
            <a:chOff x="0" y="-8640"/>
            <a:chExt cx="12191040" cy="6869160"/>
          </a:xfrm>
        </p:grpSpPr>
        <p:cxnSp>
          <p:nvCxnSpPr>
            <p:cNvPr id="317" name="Straight Connector 19"/>
            <p:cNvCxnSpPr/>
            <p:nvPr/>
          </p:nvCxnSpPr>
          <p:spPr>
            <a:xfrm>
              <a:off x="9370800" y="0"/>
              <a:ext cx="1222200" cy="6860880"/>
            </a:xfrm>
            <a:prstGeom prst="straightConnector1">
              <a:avLst/>
            </a:prstGeom>
            <a:ln cap="rnd" w="9360">
              <a:solidFill>
                <a:srgbClr val="BFBFBF"/>
              </a:solidFill>
              <a:round/>
            </a:ln>
          </p:spPr>
        </p:cxnSp>
        <p:cxnSp>
          <p:nvCxnSpPr>
            <p:cNvPr id="318"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319"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0"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1"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22"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23"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4"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5"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26"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327"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328"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29" name="PlaceHolder 3"/>
          <p:cNvSpPr>
            <a:spLocks noGrp="1"/>
          </p:cNvSpPr>
          <p:nvPr>
            <p:ph type="ftr" idx="49"/>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330" name="PlaceHolder 4"/>
          <p:cNvSpPr>
            <a:spLocks noGrp="1"/>
          </p:cNvSpPr>
          <p:nvPr>
            <p:ph type="sldNum" idx="50"/>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D203AB57-2267-4337-9935-536B18C85629}"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331" name="PlaceHolder 5"/>
          <p:cNvSpPr>
            <a:spLocks noGrp="1"/>
          </p:cNvSpPr>
          <p:nvPr>
            <p:ph type="dt" idx="51"/>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1" r:id="rId3"/>
  </p:sldLayoutIdLst>
</p:sldMaster>
</file>

<file path=ppt/slideMasters/slideMaster1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34" name="Group 6"/>
          <p:cNvGrpSpPr/>
          <p:nvPr/>
        </p:nvGrpSpPr>
        <p:grpSpPr>
          <a:xfrm>
            <a:off x="0" y="-8640"/>
            <a:ext cx="12191040" cy="6869160"/>
            <a:chOff x="0" y="-8640"/>
            <a:chExt cx="12191040" cy="6869160"/>
          </a:xfrm>
        </p:grpSpPr>
        <p:cxnSp>
          <p:nvCxnSpPr>
            <p:cNvPr id="335" name="Straight Connector 19"/>
            <p:cNvCxnSpPr/>
            <p:nvPr/>
          </p:nvCxnSpPr>
          <p:spPr>
            <a:xfrm>
              <a:off x="9370800" y="0"/>
              <a:ext cx="1222200" cy="6860880"/>
            </a:xfrm>
            <a:prstGeom prst="straightConnector1">
              <a:avLst/>
            </a:prstGeom>
            <a:ln cap="rnd" w="9360">
              <a:solidFill>
                <a:srgbClr val="BFBFBF"/>
              </a:solidFill>
              <a:round/>
            </a:ln>
          </p:spPr>
        </p:cxnSp>
        <p:cxnSp>
          <p:nvCxnSpPr>
            <p:cNvPr id="336"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337"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38"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39"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40"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41"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42"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43"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44"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345"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346"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47" name="PlaceHolder 3"/>
          <p:cNvSpPr>
            <a:spLocks noGrp="1"/>
          </p:cNvSpPr>
          <p:nvPr>
            <p:ph type="ftr" idx="52"/>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348" name="PlaceHolder 4"/>
          <p:cNvSpPr>
            <a:spLocks noGrp="1"/>
          </p:cNvSpPr>
          <p:nvPr>
            <p:ph type="sldNum" idx="53"/>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CDE5755C-5259-4AC7-89A3-466997BBC105}"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349" name="PlaceHolder 5"/>
          <p:cNvSpPr>
            <a:spLocks noGrp="1"/>
          </p:cNvSpPr>
          <p:nvPr>
            <p:ph type="dt" idx="54"/>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3" r:id="rId3"/>
  </p:sldLayoutIdLst>
</p:sldMaster>
</file>

<file path=ppt/slideMasters/slideMaster1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352" name="Group 6"/>
          <p:cNvGrpSpPr/>
          <p:nvPr/>
        </p:nvGrpSpPr>
        <p:grpSpPr>
          <a:xfrm>
            <a:off x="0" y="-8640"/>
            <a:ext cx="12191040" cy="6869160"/>
            <a:chOff x="0" y="-8640"/>
            <a:chExt cx="12191040" cy="6869160"/>
          </a:xfrm>
        </p:grpSpPr>
        <p:cxnSp>
          <p:nvCxnSpPr>
            <p:cNvPr id="353" name="Straight Connector 19"/>
            <p:cNvCxnSpPr/>
            <p:nvPr/>
          </p:nvCxnSpPr>
          <p:spPr>
            <a:xfrm>
              <a:off x="9370800" y="0"/>
              <a:ext cx="1222200" cy="6860880"/>
            </a:xfrm>
            <a:prstGeom prst="straightConnector1">
              <a:avLst/>
            </a:prstGeom>
            <a:ln cap="rnd" w="9360">
              <a:solidFill>
                <a:srgbClr val="BFBFBF"/>
              </a:solidFill>
              <a:round/>
            </a:ln>
          </p:spPr>
        </p:cxnSp>
        <p:cxnSp>
          <p:nvCxnSpPr>
            <p:cNvPr id="354"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355"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56"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57"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58"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359"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60"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61"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362"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363"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364"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365" name="PlaceHolder 3"/>
          <p:cNvSpPr>
            <a:spLocks noGrp="1"/>
          </p:cNvSpPr>
          <p:nvPr>
            <p:ph type="ftr" idx="55"/>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366" name="PlaceHolder 4"/>
          <p:cNvSpPr>
            <a:spLocks noGrp="1"/>
          </p:cNvSpPr>
          <p:nvPr>
            <p:ph type="sldNum" idx="56"/>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71B45AC9-455A-43D5-B28F-CCF8C19B15AB}"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367" name="PlaceHolder 5"/>
          <p:cNvSpPr>
            <a:spLocks noGrp="1"/>
          </p:cNvSpPr>
          <p:nvPr>
            <p:ph type="dt" idx="57"/>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85" r:id="rId3"/>
  </p:sldLayoutIdLst>
</p:sldMaster>
</file>

<file path=ppt/slideMasters/slideMaster2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87" r:id="rId2"/>
    <p:sldLayoutId id="2147483688" r:id="rId3"/>
  </p:sldLayoutIdLst>
</p:sldMaster>
</file>

<file path=ppt/slideMasters/slideMaster2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0" r:id="rId2"/>
    <p:sldLayoutId id="2147483691" r:id="rId3"/>
  </p:sldLayoutIdLst>
</p:sldMaster>
</file>

<file path=ppt/slideMasters/slideMaster2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432" name="Group 6"/>
          <p:cNvGrpSpPr/>
          <p:nvPr/>
        </p:nvGrpSpPr>
        <p:grpSpPr>
          <a:xfrm>
            <a:off x="0" y="-8640"/>
            <a:ext cx="12191040" cy="6869160"/>
            <a:chOff x="0" y="-8640"/>
            <a:chExt cx="12191040" cy="6869160"/>
          </a:xfrm>
        </p:grpSpPr>
        <p:cxnSp>
          <p:nvCxnSpPr>
            <p:cNvPr id="433" name="Straight Connector 19"/>
            <p:cNvCxnSpPr/>
            <p:nvPr/>
          </p:nvCxnSpPr>
          <p:spPr>
            <a:xfrm>
              <a:off x="9370800" y="0"/>
              <a:ext cx="1222200" cy="6860880"/>
            </a:xfrm>
            <a:prstGeom prst="straightConnector1">
              <a:avLst/>
            </a:prstGeom>
            <a:ln cap="rnd" w="9360">
              <a:solidFill>
                <a:srgbClr val="BFBFBF"/>
              </a:solidFill>
              <a:round/>
            </a:ln>
          </p:spPr>
        </p:cxnSp>
        <p:cxnSp>
          <p:nvCxnSpPr>
            <p:cNvPr id="434"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435"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36"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37"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438"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439"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40"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41"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42"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443"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444"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45" name="PlaceHolder 3"/>
          <p:cNvSpPr>
            <a:spLocks noGrp="1"/>
          </p:cNvSpPr>
          <p:nvPr>
            <p:ph type="ftr" idx="70"/>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446" name="PlaceHolder 4"/>
          <p:cNvSpPr>
            <a:spLocks noGrp="1"/>
          </p:cNvSpPr>
          <p:nvPr>
            <p:ph type="sldNum" idx="71"/>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FDD939D9-7160-4A7D-B5DC-350AA92AA961}"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447" name="PlaceHolder 5"/>
          <p:cNvSpPr>
            <a:spLocks noGrp="1"/>
          </p:cNvSpPr>
          <p:nvPr>
            <p:ph type="dt" idx="72"/>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93" r:id="rId3"/>
    <p:sldLayoutId id="2147483694" r:id="rId4"/>
    <p:sldLayoutId id="2147483695" r:id="rId5"/>
  </p:sldLayoutIdLst>
</p:sldMaster>
</file>

<file path=ppt/slideMasters/slideMaster2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tile tx="0" ty="0" sx="100000" sy="100000" algn="tl"/>
        </a:blipFill>
      </p:bgPr>
    </p:bg>
    <p:spTree>
      <p:nvGrpSpPr>
        <p:cNvPr id="1" name=""/>
        <p:cNvGrpSpPr/>
        <p:nvPr/>
      </p:nvGrpSpPr>
      <p:grpSpPr>
        <a:xfrm>
          <a:off x="0" y="0"/>
          <a:ext cx="0" cy="0"/>
          <a:chOff x="0" y="0"/>
          <a:chExt cx="0" cy="0"/>
        </a:xfrm>
      </p:grpSpPr>
      <p:grpSp>
        <p:nvGrpSpPr>
          <p:cNvPr id="454" name="Group 6"/>
          <p:cNvGrpSpPr/>
          <p:nvPr/>
        </p:nvGrpSpPr>
        <p:grpSpPr>
          <a:xfrm>
            <a:off x="0" y="-8640"/>
            <a:ext cx="12191040" cy="6869160"/>
            <a:chOff x="0" y="-8640"/>
            <a:chExt cx="12191040" cy="6869160"/>
          </a:xfrm>
        </p:grpSpPr>
        <p:cxnSp>
          <p:nvCxnSpPr>
            <p:cNvPr id="455" name="Straight Connector 19"/>
            <p:cNvCxnSpPr/>
            <p:nvPr/>
          </p:nvCxnSpPr>
          <p:spPr>
            <a:xfrm>
              <a:off x="9370800" y="0"/>
              <a:ext cx="1222200" cy="6860880"/>
            </a:xfrm>
            <a:prstGeom prst="straightConnector1">
              <a:avLst/>
            </a:prstGeom>
            <a:ln cap="rnd" w="9360">
              <a:solidFill>
                <a:srgbClr val="BFBFBF"/>
              </a:solidFill>
              <a:round/>
            </a:ln>
          </p:spPr>
        </p:cxnSp>
        <p:cxnSp>
          <p:nvCxnSpPr>
            <p:cNvPr id="456" name="Straight Connector 20"/>
            <p:cNvCxnSpPr/>
            <p:nvPr/>
          </p:nvCxnSpPr>
          <p:spPr>
            <a:xfrm flipH="1">
              <a:off x="7425000" y="3681360"/>
              <a:ext cx="4766400" cy="3179520"/>
            </a:xfrm>
            <a:prstGeom prst="straightConnector1">
              <a:avLst/>
            </a:prstGeom>
            <a:ln cap="rnd" w="9360">
              <a:solidFill>
                <a:srgbClr val="D9D9D9"/>
              </a:solidFill>
              <a:round/>
            </a:ln>
          </p:spPr>
        </p:cxnSp>
        <p:sp>
          <p:nvSpPr>
            <p:cNvPr id="457" name="Rectangle 23"/>
            <p:cNvSpPr/>
            <p:nvPr/>
          </p:nvSpPr>
          <p:spPr>
            <a:xfrm>
              <a:off x="9181440" y="-8640"/>
              <a:ext cx="3004560" cy="6863760"/>
            </a:xfrm>
            <a:custGeom>
              <a:avLst/>
              <a:gdLst>
                <a:gd name="textAreaLeft" fmla="*/ 0 w 3004560"/>
                <a:gd name="textAreaRight" fmla="*/ 3007440 w 3004560"/>
                <a:gd name="textAreaTop" fmla="*/ 0 h 6863760"/>
                <a:gd name="textAreaBottom" fmla="*/ 6866640 h 6863760"/>
              </a:gdLst>
              <a:ahLst/>
              <a:cxnLst/>
              <a:rect l="textAreaLeft" t="textAreaTop" r="textAreaRight" b="textAreaBottom"/>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58" name="Rectangle 25"/>
            <p:cNvSpPr/>
            <p:nvPr/>
          </p:nvSpPr>
          <p:spPr>
            <a:xfrm>
              <a:off x="9603360" y="-8640"/>
              <a:ext cx="2585520" cy="6863760"/>
            </a:xfrm>
            <a:custGeom>
              <a:avLst/>
              <a:gdLst>
                <a:gd name="textAreaLeft" fmla="*/ 0 w 2585520"/>
                <a:gd name="textAreaRight" fmla="*/ 2588400 w 2585520"/>
                <a:gd name="textAreaTop" fmla="*/ 0 h 6863760"/>
                <a:gd name="textAreaBottom" fmla="*/ 6866640 h 6863760"/>
              </a:gdLst>
              <a:ahLst/>
              <a:cxnLst/>
              <a:rect l="textAreaLeft" t="textAreaTop" r="textAreaRight" b="textAreaBottom"/>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59" name="Isosceles Triangle 23"/>
            <p:cNvSpPr/>
            <p:nvPr/>
          </p:nvSpPr>
          <p:spPr>
            <a:xfrm>
              <a:off x="8932320" y="3048120"/>
              <a:ext cx="3256920" cy="3807000"/>
            </a:xfrm>
            <a:prstGeom prst="triangle">
              <a:avLst>
                <a:gd name="adj" fmla="val 100000"/>
              </a:avLst>
            </a:prstGeom>
            <a:solidFill>
              <a:schemeClr val="accent2">
                <a:alpha val="72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460" name="Rectangle 27"/>
            <p:cNvSpPr/>
            <p:nvPr/>
          </p:nvSpPr>
          <p:spPr>
            <a:xfrm>
              <a:off x="9334440" y="-8640"/>
              <a:ext cx="2851560" cy="6863760"/>
            </a:xfrm>
            <a:custGeom>
              <a:avLst/>
              <a:gdLst>
                <a:gd name="textAreaLeft" fmla="*/ 0 w 2851560"/>
                <a:gd name="textAreaRight" fmla="*/ 2854440 w 2851560"/>
                <a:gd name="textAreaTop" fmla="*/ 0 h 6863760"/>
                <a:gd name="textAreaBottom" fmla="*/ 6866640 h 6863760"/>
              </a:gdLst>
              <a:ahLst/>
              <a:cxnLst/>
              <a:rect l="textAreaLeft" t="textAreaTop" r="textAreaRight" b="textAreaBottom"/>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Noto Serif"/>
              </a:endParaRPr>
            </a:p>
          </p:txBody>
        </p:sp>
        <p:sp>
          <p:nvSpPr>
            <p:cNvPr id="461" name="Rectangle 28"/>
            <p:cNvSpPr/>
            <p:nvPr/>
          </p:nvSpPr>
          <p:spPr>
            <a:xfrm>
              <a:off x="10898640" y="-8640"/>
              <a:ext cx="1287360" cy="6863760"/>
            </a:xfrm>
            <a:custGeom>
              <a:avLst/>
              <a:gdLst>
                <a:gd name="textAreaLeft" fmla="*/ 0 w 1287360"/>
                <a:gd name="textAreaRight" fmla="*/ 1290240 w 1287360"/>
                <a:gd name="textAreaTop" fmla="*/ 0 h 6863760"/>
                <a:gd name="textAreaBottom" fmla="*/ 6866640 h 6863760"/>
              </a:gdLst>
              <a:ahLst/>
              <a:cxnLst/>
              <a:rect l="textAreaLeft" t="textAreaTop" r="textAreaRight" b="textAreaBottom"/>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62" name="Rectangle 29"/>
            <p:cNvSpPr/>
            <p:nvPr/>
          </p:nvSpPr>
          <p:spPr>
            <a:xfrm>
              <a:off x="10938960" y="-8640"/>
              <a:ext cx="1247040" cy="6863760"/>
            </a:xfrm>
            <a:custGeom>
              <a:avLst/>
              <a:gdLst>
                <a:gd name="textAreaLeft" fmla="*/ 0 w 1247040"/>
                <a:gd name="textAreaRight" fmla="*/ 1249920 w 1247040"/>
                <a:gd name="textAreaTop" fmla="*/ 0 h 6863760"/>
                <a:gd name="textAreaBottom" fmla="*/ 6866640 h 6863760"/>
              </a:gdLst>
              <a:ahLst/>
              <a:cxnLst/>
              <a:rect l="textAreaLeft" t="textAreaTop" r="textAreaRight" b="textAreaBottom"/>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63" name="Isosceles Triangle 27"/>
            <p:cNvSpPr/>
            <p:nvPr/>
          </p:nvSpPr>
          <p:spPr>
            <a:xfrm>
              <a:off x="10371600" y="3589920"/>
              <a:ext cx="1814400" cy="3265200"/>
            </a:xfrm>
            <a:prstGeom prst="triangle">
              <a:avLst>
                <a:gd name="adj" fmla="val 100000"/>
              </a:avLst>
            </a:prstGeom>
            <a:solidFill>
              <a:schemeClr val="accent1">
                <a:alpha val="80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sp>
          <p:nvSpPr>
            <p:cNvPr id="464" name="Isosceles Triangle 28"/>
            <p:cNvSpPr/>
            <p:nvPr/>
          </p:nvSpPr>
          <p:spPr>
            <a:xfrm>
              <a:off x="0" y="4013280"/>
              <a:ext cx="445680" cy="2841840"/>
            </a:xfrm>
            <a:prstGeom prst="triangle">
              <a:avLst>
                <a:gd name="adj" fmla="val 0"/>
              </a:avLst>
            </a:prstGeom>
            <a:solidFill>
              <a:schemeClr val="accent1">
                <a:alpha val="85000"/>
              </a:schemeClr>
            </a:solidFill>
            <a:ln w="12600">
              <a:noFill/>
            </a:ln>
            <a:effectLst>
              <a:outerShdw blurRad="38160" dir="5400000" dist="25560" rotWithShape="0">
                <a:srgbClr val="000000">
                  <a:alpha val="35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Noto Serif"/>
              </a:endParaRPr>
            </a:p>
          </p:txBody>
        </p:sp>
      </p:grpSp>
      <p:sp>
        <p:nvSpPr>
          <p:cNvPr id="465" name="PlaceHolder 1"/>
          <p:cNvSpPr>
            <a:spLocks noGrp="1"/>
          </p:cNvSpPr>
          <p:nvPr>
            <p:ph type="title"/>
          </p:nvPr>
        </p:nvSpPr>
        <p:spPr>
          <a:xfrm>
            <a:off x="677160" y="1131120"/>
            <a:ext cx="8593920" cy="274680"/>
          </a:xfrm>
          <a:prstGeom prst="rect">
            <a:avLst/>
          </a:prstGeom>
          <a:noFill/>
          <a:ln w="0">
            <a:noFill/>
          </a:ln>
        </p:spPr>
        <p:txBody>
          <a:bodyPr lIns="0" tIns="0" rIns="0" bIns="0" anchor="ctr">
            <a:spAutoFit/>
          </a:bodyPr>
          <a:lstStyle>
            <a:lvl1pPr indent="0" algn="l">
              <a:buNone/>
              <a:defRPr lang="en-US" sz="1800" b="0" u="none" strike="noStrike">
                <a:solidFill>
                  <a:srgbClr val="000000"/>
                </a:solidFill>
                <a:effectLst/>
                <a:uFillTx/>
                <a:latin typeface="Arial"/>
              </a:defRPr>
            </a:lvl1pPr>
          </a:lstStyle>
          <a:p>
            <a:pPr indent="0" algn="l">
              <a:buNone/>
            </a:pPr>
            <a:r>
              <a:rPr lang="en-US" sz="1800" b="0" u="none" strike="noStrike">
                <a:solidFill>
                  <a:srgbClr val="000000"/>
                </a:solidFill>
                <a:effectLst/>
                <a:uFillTx/>
                <a:latin typeface="Arial"/>
              </a:rPr>
              <a:t>Click to edit the title text format</a:t>
            </a:r>
            <a:endParaRPr lang="en-US" sz="1800" b="0" u="none" strike="noStrike">
              <a:solidFill>
                <a:srgbClr val="000000"/>
              </a:solidFill>
              <a:effectLst/>
              <a:uFillTx/>
              <a:latin typeface="Arial"/>
            </a:endParaRPr>
          </a:p>
        </p:txBody>
      </p:sp>
      <p:sp>
        <p:nvSpPr>
          <p:cNvPr id="466" name="PlaceHolder 2"/>
          <p:cNvSpPr>
            <a:spLocks noGrp="1"/>
          </p:cNvSpPr>
          <p:nvPr>
            <p:ph type="body"/>
          </p:nvPr>
        </p:nvSpPr>
        <p:spPr>
          <a:xfrm>
            <a:off x="677160" y="2160720"/>
            <a:ext cx="8593920" cy="387792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18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1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18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18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18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18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1800" b="0" u="none" strike="noStrike">
                <a:solidFill>
                  <a:srgbClr val="000000"/>
                </a:solidFill>
                <a:effectLst/>
                <a:uFillTx/>
                <a:latin typeface="Arial"/>
              </a:defRPr>
            </a:lvl7pPr>
          </a:lstStyle>
          <a:p>
            <a:pPr marL="432000" indent="-324000" algn="l">
              <a:spcBef>
                <a:spcPts val="1417"/>
              </a:spcBef>
              <a:buClr>
                <a:srgbClr val="000000"/>
              </a:buClr>
              <a:buSzPct val="45000"/>
              <a:buFont typeface="Wingdings" charset="2"/>
              <a:buChar char=""/>
            </a:pPr>
            <a:r>
              <a:rPr lang="en-US" sz="1800" b="0" u="none" strike="noStrike">
                <a:solidFill>
                  <a:srgbClr val="000000"/>
                </a:solidFill>
                <a:effectLst/>
                <a:uFillTx/>
                <a:latin typeface="Arial"/>
              </a:rPr>
              <a:t>Click to edit the outline text format</a:t>
            </a:r>
            <a:endParaRPr lang="en-US" sz="18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1800" b="0" u="none" strike="noStrike">
                <a:solidFill>
                  <a:srgbClr val="000000"/>
                </a:solidFill>
                <a:effectLst/>
                <a:uFillTx/>
                <a:latin typeface="Arial"/>
              </a:rPr>
              <a:t>Second Outline Level</a:t>
            </a:r>
            <a:endParaRPr lang="en-US" sz="1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1800" b="0" u="none" strike="noStrike">
                <a:solidFill>
                  <a:srgbClr val="000000"/>
                </a:solidFill>
                <a:effectLst/>
                <a:uFillTx/>
                <a:latin typeface="Arial"/>
              </a:rPr>
              <a:t>Third Outline Level</a:t>
            </a:r>
            <a:endParaRPr lang="en-US" sz="18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1800" b="0" u="none" strike="noStrike">
                <a:solidFill>
                  <a:srgbClr val="000000"/>
                </a:solidFill>
                <a:effectLst/>
                <a:uFillTx/>
                <a:latin typeface="Arial"/>
              </a:rPr>
              <a:t>Fourth Outline Level</a:t>
            </a:r>
            <a:endParaRPr lang="en-US" sz="18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Fifth Outline Level</a:t>
            </a:r>
            <a:endParaRPr lang="en-US" sz="18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Sixth Outline Level</a:t>
            </a:r>
            <a:endParaRPr lang="en-US" sz="18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1800" b="0" u="none" strike="noStrike">
                <a:solidFill>
                  <a:srgbClr val="000000"/>
                </a:solidFill>
                <a:effectLst/>
                <a:uFillTx/>
                <a:latin typeface="Arial"/>
              </a:rPr>
              <a:t>Seventh Outline Level</a:t>
            </a:r>
            <a:endParaRPr lang="en-US" sz="1800" b="0" u="none" strike="noStrike">
              <a:solidFill>
                <a:srgbClr val="000000"/>
              </a:solidFill>
              <a:effectLst/>
              <a:uFillTx/>
              <a:latin typeface="Arial"/>
            </a:endParaRPr>
          </a:p>
        </p:txBody>
      </p:sp>
      <p:sp>
        <p:nvSpPr>
          <p:cNvPr id="467" name="PlaceHolder 3"/>
          <p:cNvSpPr>
            <a:spLocks noGrp="1"/>
          </p:cNvSpPr>
          <p:nvPr>
            <p:ph type="ftr" idx="73"/>
          </p:nvPr>
        </p:nvSpPr>
        <p:spPr>
          <a:xfrm>
            <a:off x="677160" y="6041520"/>
            <a:ext cx="6294600" cy="3621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n-US" sz="1400" b="0" u="none" strike="noStrike">
                <a:solidFill>
                  <a:srgbClr val="000000"/>
                </a:solidFill>
                <a:effectLst/>
                <a:uFillTx/>
                <a:latin typeface="Noto Serif"/>
              </a:defRPr>
            </a:lvl1pPr>
          </a:lstStyle>
          <a:p>
            <a:pPr indent="0" algn="ctr">
              <a:lnSpc>
                <a:spcPct val="100000"/>
              </a:lnSpc>
              <a:buNone/>
              <a:tabLst>
                <a:tab pos="0" algn="l"/>
              </a:tabLst>
            </a:pPr>
            <a:r>
              <a:rPr lang="en-US" sz="1400" b="0" u="none" strike="noStrike">
                <a:solidFill>
                  <a:srgbClr val="000000"/>
                </a:solidFill>
                <a:effectLst/>
                <a:uFillTx/>
                <a:latin typeface="Noto Serif"/>
              </a:rPr>
              <a:t>&lt;footer&gt;</a:t>
            </a:r>
            <a:endParaRPr lang="en-US" sz="1400" b="0" u="none" strike="noStrike">
              <a:solidFill>
                <a:srgbClr val="000000"/>
              </a:solidFill>
              <a:effectLst/>
              <a:uFillTx/>
              <a:latin typeface="Times New Roman"/>
            </a:endParaRPr>
          </a:p>
        </p:txBody>
      </p:sp>
      <p:sp>
        <p:nvSpPr>
          <p:cNvPr id="468" name="PlaceHolder 4"/>
          <p:cNvSpPr>
            <a:spLocks noGrp="1"/>
          </p:cNvSpPr>
          <p:nvPr>
            <p:ph type="sldNum" idx="74"/>
          </p:nvPr>
        </p:nvSpPr>
        <p:spPr>
          <a:xfrm>
            <a:off x="8590680" y="6041520"/>
            <a:ext cx="680400" cy="36216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IN" sz="900" b="0" u="none" strike="noStrike">
                <a:solidFill>
                  <a:schemeClr val="accent1"/>
                </a:solidFill>
                <a:effectLst/>
                <a:uFillTx/>
                <a:latin typeface="Trebuchet MS"/>
              </a:defRPr>
            </a:lvl1pPr>
          </a:lstStyle>
          <a:p>
            <a:pPr indent="0" algn="r" defTabSz="457200">
              <a:lnSpc>
                <a:spcPct val="100000"/>
              </a:lnSpc>
              <a:buNone/>
              <a:tabLst>
                <a:tab pos="0" algn="l"/>
              </a:tabLst>
            </a:pPr>
            <a:fld id="{39580563-0575-4C34-A5EB-47E3FDB3F8D0}" type="slidenum">
              <a:rPr lang="en-IN" sz="900" b="0" u="none" strike="noStrike">
                <a:solidFill>
                  <a:schemeClr val="accent1"/>
                </a:solidFill>
                <a:effectLst/>
                <a:uFillTx/>
                <a:latin typeface="Trebuchet MS"/>
              </a:rPr>
              <a:t>&lt;number&gt;</a:t>
            </a:fld>
            <a:endParaRPr lang="en-US" sz="900" b="0" u="none" strike="noStrike">
              <a:solidFill>
                <a:srgbClr val="000000"/>
              </a:solidFill>
              <a:effectLst/>
              <a:uFillTx/>
              <a:latin typeface="Times New Roman"/>
            </a:endParaRPr>
          </a:p>
        </p:txBody>
      </p:sp>
      <p:sp>
        <p:nvSpPr>
          <p:cNvPr id="469" name="PlaceHolder 5"/>
          <p:cNvSpPr>
            <a:spLocks noGrp="1"/>
          </p:cNvSpPr>
          <p:nvPr>
            <p:ph type="dt" idx="75"/>
          </p:nvPr>
        </p:nvSpPr>
        <p:spPr>
          <a:xfrm>
            <a:off x="7205040" y="6041520"/>
            <a:ext cx="909000" cy="362160"/>
          </a:xfrm>
          <a:prstGeom prst="rect">
            <a:avLst/>
          </a:prstGeom>
          <a:noFill/>
          <a:ln w="0">
            <a:noFill/>
          </a:ln>
        </p:spPr>
        <p:txBody>
          <a:bodyPr lIns="91440" tIns="45720" rIns="91440" bIns="45720" anchor="ctr">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sldLayoutIdLst>
    <p:sldLayoutId id="2147483697" r:id="rId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6.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PlaceHolder 1"/>
          <p:cNvSpPr>
            <a:spLocks noGrp="1"/>
          </p:cNvSpPr>
          <p:nvPr>
            <p:ph type="title"/>
          </p:nvPr>
        </p:nvSpPr>
        <p:spPr>
          <a:xfrm>
            <a:off x="1371600" y="301680"/>
            <a:ext cx="7691760" cy="1067400"/>
          </a:xfrm>
          <a:prstGeom prst="rect">
            <a:avLst/>
          </a:prstGeom>
          <a:noFill/>
          <a:ln w="0">
            <a:noFill/>
          </a:ln>
        </p:spPr>
        <p:txBody>
          <a:bodyPr lIns="91440" tIns="45720" rIns="91440" bIns="45720" anchor="b">
            <a:normAutofit fontScale="77500" lnSpcReduction="19999"/>
          </a:bodyPr>
          <a:p>
            <a:pPr indent="0" algn="ctr" defTabSz="457200">
              <a:lnSpc>
                <a:spcPct val="100000"/>
              </a:lnSpc>
              <a:buNone/>
              <a:tabLst>
                <a:tab pos="0" algn="l"/>
              </a:tabLst>
            </a:pPr>
            <a:r>
              <a:rPr lang="en-IN" sz="3200" b="1" u="none" strike="noStrike">
                <a:solidFill>
                  <a:schemeClr val="dk1">
                    <a:lumMod val="85000"/>
                    <a:lumOff val="15000"/>
                  </a:schemeClr>
                </a:solidFill>
                <a:effectLst/>
                <a:uFillTx/>
                <a:latin typeface="Trebuchet MS"/>
              </a:rPr>
              <a:t> A Cloud-Based Data Leakage Prevention System Using Rule-Based Content Inspection</a:t>
            </a:r>
            <a:endParaRPr lang="en-US" sz="3200" b="0" u="none" strike="noStrike">
              <a:solidFill>
                <a:srgbClr val="000000"/>
              </a:solidFill>
              <a:effectLst/>
              <a:uFillTx/>
              <a:latin typeface="Arial"/>
            </a:endParaRPr>
          </a:p>
        </p:txBody>
      </p:sp>
      <p:sp>
        <p:nvSpPr>
          <p:cNvPr id="479" name="PlaceHolder 2"/>
          <p:cNvSpPr>
            <a:spLocks noGrp="1"/>
          </p:cNvSpPr>
          <p:nvPr>
            <p:ph type="subTitle"/>
          </p:nvPr>
        </p:nvSpPr>
        <p:spPr>
          <a:xfrm>
            <a:off x="2081880" y="2558520"/>
            <a:ext cx="8499240" cy="2827800"/>
          </a:xfrm>
          <a:prstGeom prst="rect">
            <a:avLst/>
          </a:prstGeom>
          <a:noFill/>
          <a:ln w="0">
            <a:noFill/>
          </a:ln>
        </p:spPr>
        <p:txBody>
          <a:bodyPr lIns="91440" tIns="45720" rIns="91440" bIns="45720" anchor="t">
            <a:normAutofit fontScale="85000" lnSpcReduction="19999"/>
          </a:bodyPr>
          <a:p>
            <a:pPr indent="0" algn="l" defTabSz="457200">
              <a:lnSpc>
                <a:spcPct val="100000"/>
              </a:lnSpc>
              <a:spcBef>
                <a:spcPts val="1191"/>
              </a:spcBef>
              <a:spcAft>
                <a:spcPts val="992"/>
              </a:spcAft>
              <a:buNone/>
              <a:tabLst>
                <a:tab pos="0" algn="l"/>
              </a:tabLst>
            </a:pPr>
            <a:r>
              <a:rPr lang="en-US" sz="1800" b="0" u="none" strike="noStrike">
                <a:solidFill>
                  <a:schemeClr val="dk1"/>
                </a:solidFill>
                <a:effectLst/>
                <a:uFillTx/>
                <a:latin typeface="Trebuchet MS"/>
              </a:rPr>
              <a:t> TEAM MEMBERS : </a:t>
            </a:r>
            <a:endParaRPr lang="en-US" sz="1800" b="0" u="none" strike="noStrike">
              <a:solidFill>
                <a:srgbClr val="000000"/>
              </a:solidFill>
              <a:effectLst/>
              <a:uFillTx/>
              <a:latin typeface="Arial"/>
            </a:endParaRPr>
          </a:p>
          <a:p>
            <a:pPr indent="0" algn="l" defTabSz="457200">
              <a:lnSpc>
                <a:spcPct val="100000"/>
              </a:lnSpc>
              <a:spcBef>
                <a:spcPts val="1191"/>
              </a:spcBef>
              <a:spcAft>
                <a:spcPts val="992"/>
              </a:spcAft>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SABARIRAJA. S     ( 620822205090 ) </a:t>
            </a:r>
            <a:endParaRPr lang="en-US" sz="1800" b="0" u="none" strike="noStrike">
              <a:solidFill>
                <a:srgbClr val="000000"/>
              </a:solidFill>
              <a:effectLst/>
              <a:uFillTx/>
              <a:latin typeface="Arial"/>
            </a:endParaRPr>
          </a:p>
          <a:p>
            <a:pPr indent="0" algn="l" defTabSz="457200">
              <a:lnSpc>
                <a:spcPct val="100000"/>
              </a:lnSpc>
              <a:spcBef>
                <a:spcPts val="1191"/>
              </a:spcBef>
              <a:spcAft>
                <a:spcPts val="992"/>
              </a:spcAft>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RANJITH. P            ( 620822205084 ) </a:t>
            </a:r>
            <a:endParaRPr lang="en-US" sz="1800" b="0" u="none" strike="noStrike">
              <a:solidFill>
                <a:srgbClr val="000000"/>
              </a:solidFill>
              <a:effectLst/>
              <a:uFillTx/>
              <a:latin typeface="Arial"/>
            </a:endParaRPr>
          </a:p>
          <a:p>
            <a:pPr indent="0" algn="l" defTabSz="457200">
              <a:lnSpc>
                <a:spcPct val="100000"/>
              </a:lnSpc>
              <a:spcBef>
                <a:spcPts val="1191"/>
              </a:spcBef>
              <a:spcAft>
                <a:spcPts val="992"/>
              </a:spcAft>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SHANTHOSH. M   ( 620822205098 )</a:t>
            </a:r>
            <a:endParaRPr lang="en-US" sz="1800" b="0" u="none" strike="noStrike">
              <a:solidFill>
                <a:srgbClr val="000000"/>
              </a:solidFill>
              <a:effectLst/>
              <a:uFillTx/>
              <a:latin typeface="Arial"/>
            </a:endParaRPr>
          </a:p>
          <a:p>
            <a:pPr indent="0" algn="l" defTabSz="457200">
              <a:lnSpc>
                <a:spcPct val="100000"/>
              </a:lnSpc>
              <a:spcBef>
                <a:spcPts val="1191"/>
              </a:spcBef>
              <a:spcAft>
                <a:spcPts val="992"/>
              </a:spcAft>
              <a:buNone/>
              <a:tabLst>
                <a:tab pos="0" algn="l"/>
              </a:tabLst>
            </a:pP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a:t>
            </a:r>
            <a:r>
              <a:rPr lang="en-US" sz="1800" b="0" u="none" strike="noStrike">
                <a:solidFill>
                  <a:schemeClr val="dk1"/>
                </a:solidFill>
                <a:effectLst/>
                <a:uFillTx/>
                <a:latin typeface="Trebuchet MS"/>
              </a:rPr>
              <a:t>  ROHITH. V             ( 620822205088 )</a:t>
            </a: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endParaRPr lang="en-US" sz="1800" b="0" u="none" strike="noStrike">
              <a:solidFill>
                <a:srgbClr val="000000"/>
              </a:solidFill>
              <a:effectLst/>
              <a:uFillTx/>
              <a:latin typeface="Arial"/>
            </a:endParaRPr>
          </a:p>
          <a:p>
            <a:pPr indent="0" algn="l" defTabSz="457200">
              <a:lnSpc>
                <a:spcPct val="100000"/>
              </a:lnSpc>
              <a:spcBef>
                <a:spcPts val="1001"/>
              </a:spcBef>
              <a:buNone/>
              <a:tabLst>
                <a:tab pos="0" algn="l"/>
              </a:tabLst>
            </a:pPr>
            <a:r>
              <a:rPr lang="en-US" sz="2000" b="0" u="none" strike="noStrike">
                <a:solidFill>
                  <a:schemeClr val="dk1"/>
                </a:solidFill>
                <a:effectLst/>
                <a:uFillTx/>
                <a:latin typeface="Trebuchet MS"/>
              </a:rPr>
              <a:t> GUIDE : JAYANTHI. R,AP/IT</a:t>
            </a:r>
            <a:endParaRPr lang="en-US" sz="2000" b="0" u="none" strike="noStrike">
              <a:solidFill>
                <a:srgbClr val="000000"/>
              </a:solidFill>
              <a:effectLst/>
              <a:uFillTx/>
              <a:latin typeface="Arial"/>
            </a:endParaRPr>
          </a:p>
          <a:p>
            <a:pPr indent="0" algn="l" defTabSz="457200">
              <a:lnSpc>
                <a:spcPct val="100000"/>
              </a:lnSpc>
              <a:spcBef>
                <a:spcPts val="1001"/>
              </a:spcBef>
              <a:buNone/>
              <a:tabLst>
                <a:tab pos="0" algn="l"/>
              </a:tabLst>
            </a:pP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0" name="PlaceHolder 1"/>
          <p:cNvSpPr>
            <a:spLocks noGrp="1"/>
          </p:cNvSpPr>
          <p:nvPr>
            <p:ph type="title"/>
          </p:nvPr>
        </p:nvSpPr>
        <p:spPr>
          <a:xfrm>
            <a:off x="0" y="0"/>
            <a:ext cx="8593920" cy="68472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2800" b="1" u="none" strike="noStrike">
                <a:solidFill>
                  <a:schemeClr val="dk1"/>
                </a:solidFill>
                <a:effectLst/>
                <a:uFillTx/>
                <a:latin typeface="Trebuchet MS"/>
              </a:rPr>
              <a:t>Abstract</a:t>
            </a:r>
            <a:endParaRPr lang="en-US" sz="2800" b="0" u="none" strike="noStrike">
              <a:solidFill>
                <a:srgbClr val="000000"/>
              </a:solidFill>
              <a:effectLst/>
              <a:uFillTx/>
              <a:latin typeface="Arial"/>
            </a:endParaRPr>
          </a:p>
        </p:txBody>
      </p:sp>
      <p:sp>
        <p:nvSpPr>
          <p:cNvPr id="481" name="PlaceHolder 4"/>
          <p:cNvSpPr/>
          <p:nvPr/>
        </p:nvSpPr>
        <p:spPr>
          <a:xfrm>
            <a:off x="573480" y="687600"/>
            <a:ext cx="9037080" cy="5709600"/>
          </a:xfrm>
          <a:prstGeom prst="rect">
            <a:avLst/>
          </a:prstGeom>
          <a:noFill/>
          <a:ln w="0">
            <a:noFill/>
          </a:ln>
        </p:spPr>
        <p:style>
          <a:lnRef idx="0"/>
          <a:fillRef idx="0"/>
          <a:effectRef idx="0"/>
          <a:fontRef idx="minor"/>
        </p:style>
        <p:txBody>
          <a:bodyPr lIns="90000" tIns="45000" rIns="90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ea typeface="DejaVu Sans"/>
              </a:rPr>
              <a:t>Cloud computing has become a primary platform for data storage and file sharing, increasing the risk of sensitive data leakage. Data leakage may occur due to user negligence, misconfiguration, or malicious intent, often before users realize the exposure. This project proposes a cloud-integrated Data Leakage Prevention (DLP) system that inspects data content before it is uploaded to the cloud.</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ea typeface="DejaVu Sans"/>
              </a:rPr>
              <a:t>The system uses rule-based content inspection to identify sensitive information such as email addresses, passwords, and predefined confidential patterns. If sensitive content is detected, the upload is blocked and the event is logged. Cryptographic hashing is integrated to ensure file integrity and detect unauthorized modifications.</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ea typeface="DejaVu Sans"/>
              </a:rPr>
              <a:t> All inspection and decision-making processes occur within the user environment, preserving data privacy and preventing raw data exposure to the cloud provider.</a:t>
            </a:r>
            <a:endParaRPr lang="en-US" sz="18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1800" b="0" u="none" strike="noStrike">
                <a:solidFill>
                  <a:schemeClr val="dk1">
                    <a:lumMod val="75000"/>
                    <a:lumOff val="25000"/>
                  </a:schemeClr>
                </a:solidFill>
                <a:effectLst/>
                <a:uFillTx/>
                <a:latin typeface="Trebuchet MS"/>
                <a:ea typeface="DejaVu Sans"/>
              </a:rPr>
              <a:t>The proposed system is lightweight, deterministic, and suitable for real-time cloud usage, offering an effective and privacy-aware solution for preventing accidental and intentional data leakage.</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2" name="PlaceHolder 1"/>
          <p:cNvSpPr>
            <a:spLocks noGrp="1"/>
          </p:cNvSpPr>
          <p:nvPr>
            <p:ph type="title"/>
          </p:nvPr>
        </p:nvSpPr>
        <p:spPr>
          <a:xfrm>
            <a:off x="1800" y="0"/>
            <a:ext cx="8593920" cy="63072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2800" b="1" u="none" strike="noStrike">
                <a:solidFill>
                  <a:schemeClr val="dk1"/>
                </a:solidFill>
                <a:effectLst/>
                <a:uFillTx/>
                <a:latin typeface="Trebuchet MS"/>
              </a:rPr>
              <a:t> Introduction</a:t>
            </a:r>
            <a:endParaRPr lang="en-US" sz="2800" b="0" u="none" strike="noStrike">
              <a:solidFill>
                <a:srgbClr val="000000"/>
              </a:solidFill>
              <a:effectLst/>
              <a:uFillTx/>
              <a:latin typeface="Arial"/>
            </a:endParaRPr>
          </a:p>
        </p:txBody>
      </p:sp>
      <p:sp>
        <p:nvSpPr>
          <p:cNvPr id="483" name="PlaceHolder 2"/>
          <p:cNvSpPr>
            <a:spLocks noGrp="1"/>
          </p:cNvSpPr>
          <p:nvPr>
            <p:ph/>
          </p:nvPr>
        </p:nvSpPr>
        <p:spPr>
          <a:xfrm>
            <a:off x="334440" y="915120"/>
            <a:ext cx="9037080" cy="398088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Cloud storage is widely used for personal and organizational data</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Sensitive data is often uploaded without awareness of security risks</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Traditional cloud security mechanisms focus on server-side controls</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Server-side inspection compromises privacy and requires trust in cloud providers</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Data Leakage Prevention (DLP) aims to stop unauthorized data exposure</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There is a need for user-side, privacy-preserving DLP solutions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PlaceHolder 1"/>
          <p:cNvSpPr>
            <a:spLocks noGrp="1"/>
          </p:cNvSpPr>
          <p:nvPr>
            <p:ph type="title"/>
          </p:nvPr>
        </p:nvSpPr>
        <p:spPr>
          <a:xfrm>
            <a:off x="1800" y="0"/>
            <a:ext cx="8593920" cy="63072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2800" b="1" u="none" strike="noStrike">
                <a:solidFill>
                  <a:schemeClr val="dk1"/>
                </a:solidFill>
                <a:effectLst/>
                <a:uFillTx/>
                <a:latin typeface="Trebuchet MS"/>
              </a:rPr>
              <a:t> PROBLEM STATEMENT:</a:t>
            </a:r>
            <a:endParaRPr lang="en-US" sz="2800" b="0" u="none" strike="noStrike">
              <a:solidFill>
                <a:srgbClr val="000000"/>
              </a:solidFill>
              <a:effectLst/>
              <a:uFillTx/>
              <a:latin typeface="Arial"/>
            </a:endParaRPr>
          </a:p>
        </p:txBody>
      </p:sp>
      <p:sp>
        <p:nvSpPr>
          <p:cNvPr id="485" name="PlaceHolder 2"/>
          <p:cNvSpPr>
            <a:spLocks noGrp="1"/>
          </p:cNvSpPr>
          <p:nvPr>
            <p:ph/>
          </p:nvPr>
        </p:nvSpPr>
        <p:spPr>
          <a:xfrm>
            <a:off x="375840" y="925560"/>
            <a:ext cx="9037080" cy="433188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Users unknowingly upload sensitive information to cloud platforms</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Cloud providers cannot always detect confidential data correctly</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Existing DLP solutions rely on centralized inspection</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Centralized systems introduce privacy risks and single points of failure</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No simple mechanism exists to verify file integrity after upload</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A secure, lightweight, user-side DLP system is required</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6" name="PlaceHolder 1"/>
          <p:cNvSpPr>
            <a:spLocks noGrp="1"/>
          </p:cNvSpPr>
          <p:nvPr>
            <p:ph type="title"/>
          </p:nvPr>
        </p:nvSpPr>
        <p:spPr>
          <a:xfrm>
            <a:off x="1800" y="0"/>
            <a:ext cx="8593920" cy="63072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2800" b="1" u="none" strike="noStrike">
                <a:solidFill>
                  <a:schemeClr val="dk1"/>
                </a:solidFill>
                <a:effectLst/>
                <a:uFillTx/>
                <a:latin typeface="Trebuchet MS"/>
              </a:rPr>
              <a:t> OBJECTIVES:</a:t>
            </a:r>
            <a:endParaRPr lang="en-US" sz="2800" b="0" u="none" strike="noStrike">
              <a:solidFill>
                <a:srgbClr val="000000"/>
              </a:solidFill>
              <a:effectLst/>
              <a:uFillTx/>
              <a:latin typeface="Arial"/>
            </a:endParaRPr>
          </a:p>
        </p:txBody>
      </p:sp>
      <p:sp>
        <p:nvSpPr>
          <p:cNvPr id="487" name="PlaceHolder 2"/>
          <p:cNvSpPr>
            <a:spLocks noGrp="1"/>
          </p:cNvSpPr>
          <p:nvPr>
            <p:ph/>
          </p:nvPr>
        </p:nvSpPr>
        <p:spPr>
          <a:xfrm>
            <a:off x="334440" y="915120"/>
            <a:ext cx="9037080" cy="398088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design a user-side Data Leakage Prevention system</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detect sensitive data before cloud upload</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prevent accidental and malicious data leakage</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preserve user privacy during content inspection</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verify file integrity using cryptographic hashing</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To maintain low computational overhead for real-time use</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8" name="PlaceHolder 1"/>
          <p:cNvSpPr>
            <a:spLocks noGrp="1"/>
          </p:cNvSpPr>
          <p:nvPr>
            <p:ph type="title"/>
          </p:nvPr>
        </p:nvSpPr>
        <p:spPr>
          <a:xfrm>
            <a:off x="1800" y="0"/>
            <a:ext cx="8593920" cy="63072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2800" b="1" u="none" strike="noStrike">
                <a:solidFill>
                  <a:schemeClr val="dk1"/>
                </a:solidFill>
                <a:effectLst/>
                <a:uFillTx/>
                <a:latin typeface="Trebuchet MS"/>
              </a:rPr>
              <a:t> EXISTING SYSTEM:</a:t>
            </a:r>
            <a:endParaRPr lang="en-US" sz="2800" b="0" u="none" strike="noStrike">
              <a:solidFill>
                <a:srgbClr val="000000"/>
              </a:solidFill>
              <a:effectLst/>
              <a:uFillTx/>
              <a:latin typeface="Arial"/>
            </a:endParaRPr>
          </a:p>
        </p:txBody>
      </p:sp>
      <p:sp>
        <p:nvSpPr>
          <p:cNvPr id="489" name="PlaceHolder 2"/>
          <p:cNvSpPr>
            <a:spLocks noGrp="1"/>
          </p:cNvSpPr>
          <p:nvPr>
            <p:ph/>
          </p:nvPr>
        </p:nvSpPr>
        <p:spPr>
          <a:xfrm>
            <a:off x="458640" y="635400"/>
            <a:ext cx="9037080" cy="272844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Data is uploaded directly to the cloud</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Security controls are applied mostly on the server side</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Cloud providers perform centralized content inspection</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Users have limited visibility and control</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Integrity checks are often absent or optional</a:t>
            </a:r>
            <a:endParaRPr lang="en-US" sz="2000" b="0" u="none" strike="noStrike">
              <a:solidFill>
                <a:srgbClr val="000000"/>
              </a:solidFill>
              <a:effectLst/>
              <a:uFillTx/>
              <a:latin typeface="Arial"/>
            </a:endParaRPr>
          </a:p>
        </p:txBody>
      </p:sp>
      <p:sp>
        <p:nvSpPr>
          <p:cNvPr id="490" name="PlaceHolder 11"/>
          <p:cNvSpPr/>
          <p:nvPr/>
        </p:nvSpPr>
        <p:spPr>
          <a:xfrm>
            <a:off x="74880" y="3572280"/>
            <a:ext cx="8593920" cy="63072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tabLst>
                <a:tab pos="0" algn="l"/>
              </a:tabLst>
            </a:pPr>
            <a:r>
              <a:rPr lang="en-US" sz="2800" b="1" u="none" strike="noStrike">
                <a:solidFill>
                  <a:schemeClr val="dk1"/>
                </a:solidFill>
                <a:effectLst/>
                <a:uFillTx/>
                <a:latin typeface="Trebuchet MS"/>
                <a:ea typeface="DejaVu Sans"/>
              </a:rPr>
              <a:t> DISADVANTAGES:</a:t>
            </a:r>
            <a:endParaRPr lang="en-US" sz="2800" b="0" u="none" strike="noStrike">
              <a:solidFill>
                <a:srgbClr val="000000"/>
              </a:solidFill>
              <a:effectLst/>
              <a:uFillTx/>
              <a:latin typeface="Arial"/>
            </a:endParaRPr>
          </a:p>
        </p:txBody>
      </p:sp>
      <p:sp>
        <p:nvSpPr>
          <p:cNvPr id="491" name="Content Placeholder 1"/>
          <p:cNvSpPr/>
          <p:nvPr/>
        </p:nvSpPr>
        <p:spPr>
          <a:xfrm>
            <a:off x="413280" y="3551400"/>
            <a:ext cx="8079480" cy="285624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spcBef>
                <a:spcPts val="1191"/>
              </a:spcBef>
              <a:spcAft>
                <a:spcPts val="992"/>
              </a:spcAft>
            </a:pPr>
            <a:endParaRPr lang="en-US" sz="20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Privacy loss due to server-side data inspection</a:t>
            </a:r>
            <a:endParaRPr lang="en-US" sz="20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Dependency on cloud service providers</a:t>
            </a:r>
            <a:endParaRPr lang="en-US" sz="20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Single point of failure in centralized systems</a:t>
            </a:r>
            <a:endParaRPr lang="en-US" sz="20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Delayed detection of sensitive data leakage</a:t>
            </a:r>
            <a:endParaRPr lang="en-US" sz="20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No reliable mechanism to detect file tampering</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2" name="PlaceHolder 1"/>
          <p:cNvSpPr>
            <a:spLocks noGrp="1"/>
          </p:cNvSpPr>
          <p:nvPr>
            <p:ph type="title"/>
          </p:nvPr>
        </p:nvSpPr>
        <p:spPr>
          <a:xfrm>
            <a:off x="1800" y="0"/>
            <a:ext cx="8593920" cy="63072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US" sz="2800" b="1" u="none" strike="noStrike">
                <a:solidFill>
                  <a:schemeClr val="dk1"/>
                </a:solidFill>
                <a:effectLst/>
                <a:uFillTx/>
                <a:latin typeface="Trebuchet MS"/>
              </a:rPr>
              <a:t>PROPOSED SYSTEM :</a:t>
            </a:r>
            <a:endParaRPr lang="en-US" sz="2800" b="0" u="none" strike="noStrike">
              <a:solidFill>
                <a:srgbClr val="000000"/>
              </a:solidFill>
              <a:effectLst/>
              <a:uFillTx/>
              <a:latin typeface="Arial"/>
            </a:endParaRPr>
          </a:p>
        </p:txBody>
      </p:sp>
      <p:sp>
        <p:nvSpPr>
          <p:cNvPr id="493" name="PlaceHolder 2"/>
          <p:cNvSpPr>
            <a:spLocks noGrp="1"/>
          </p:cNvSpPr>
          <p:nvPr>
            <p:ph/>
          </p:nvPr>
        </p:nvSpPr>
        <p:spPr>
          <a:xfrm>
            <a:off x="458640" y="635400"/>
            <a:ext cx="9037080" cy="2728440"/>
          </a:xfrm>
          <a:prstGeom prst="rect">
            <a:avLst/>
          </a:prstGeom>
          <a:noFill/>
          <a:ln w="0">
            <a:noFill/>
          </a:ln>
        </p:spPr>
        <p:txBody>
          <a:bodyPr lIns="91440" tIns="45720" rIns="91440" bIns="45720" anchor="t">
            <a:no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Data inspection performed on the user device</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Rule-based content scanning for sensitive patterns</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Upload blocked if sensitive data is detected</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Cryptographic hash generated for each file</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Hash used to verify file integrity and detect modifications</a:t>
            </a:r>
            <a:endParaRPr lang="en-US" sz="2000" b="0" u="none" strike="noStrike">
              <a:solidFill>
                <a:srgbClr val="000000"/>
              </a:solidFill>
              <a:effectLst/>
              <a:uFillTx/>
              <a:latin typeface="Arial"/>
            </a:endParaRPr>
          </a:p>
        </p:txBody>
      </p:sp>
      <p:sp>
        <p:nvSpPr>
          <p:cNvPr id="494" name="PlaceHolder 14"/>
          <p:cNvSpPr/>
          <p:nvPr/>
        </p:nvSpPr>
        <p:spPr>
          <a:xfrm>
            <a:off x="74880" y="3572280"/>
            <a:ext cx="8593920" cy="63072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tabLst>
                <a:tab pos="0" algn="l"/>
              </a:tabLst>
            </a:pPr>
            <a:r>
              <a:rPr lang="en-US" sz="2800" b="1" u="none" strike="noStrike">
                <a:solidFill>
                  <a:schemeClr val="dk1"/>
                </a:solidFill>
                <a:effectLst/>
                <a:uFillTx/>
                <a:latin typeface="Trebuchet MS"/>
                <a:ea typeface="DejaVu Sans"/>
              </a:rPr>
              <a:t>ADVANTAGES:</a:t>
            </a:r>
            <a:endParaRPr lang="en-US" sz="2800" b="0" u="none" strike="noStrike">
              <a:solidFill>
                <a:srgbClr val="000000"/>
              </a:solidFill>
              <a:effectLst/>
              <a:uFillTx/>
              <a:latin typeface="Arial"/>
            </a:endParaRPr>
          </a:p>
        </p:txBody>
      </p:sp>
      <p:sp>
        <p:nvSpPr>
          <p:cNvPr id="495" name="Content Placeholder 2"/>
          <p:cNvSpPr/>
          <p:nvPr/>
        </p:nvSpPr>
        <p:spPr>
          <a:xfrm>
            <a:off x="475200" y="3562200"/>
            <a:ext cx="8079480" cy="2856240"/>
          </a:xfrm>
          <a:prstGeom prst="rect">
            <a:avLst/>
          </a:prstGeom>
          <a:noFill/>
          <a:ln w="0">
            <a:noFill/>
          </a:ln>
        </p:spPr>
        <p:style>
          <a:lnRef idx="0"/>
          <a:fillRef idx="0"/>
          <a:effectRef idx="0"/>
          <a:fontRef idx="minor"/>
        </p:style>
        <p:txBody>
          <a:bodyPr lIns="90000" tIns="45000" rIns="90000" bIns="45000" anchor="t">
            <a:noAutofit/>
          </a:bodyPr>
          <a:p>
            <a:pPr defTabSz="457200">
              <a:lnSpc>
                <a:spcPct val="100000"/>
              </a:lnSpc>
              <a:spcBef>
                <a:spcPts val="1191"/>
              </a:spcBef>
              <a:spcAft>
                <a:spcPts val="992"/>
              </a:spcAft>
            </a:pPr>
            <a:endParaRPr lang="en-US" sz="20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Prevents sensitive data leakage at the source</a:t>
            </a:r>
            <a:endParaRPr lang="en-US" sz="20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Deterministic and transparent behavior</a:t>
            </a:r>
            <a:endParaRPr lang="en-US" sz="20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Lightweight and suitable for real-time operation</a:t>
            </a:r>
            <a:endParaRPr lang="en-US" sz="20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No dependence on third-party inspection</a:t>
            </a:r>
            <a:endParaRPr lang="en-US" sz="20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Improves trust and security in cloud usage</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6" name="PlaceHolder 1"/>
          <p:cNvSpPr>
            <a:spLocks noGrp="1"/>
          </p:cNvSpPr>
          <p:nvPr>
            <p:ph type="title"/>
          </p:nvPr>
        </p:nvSpPr>
        <p:spPr>
          <a:xfrm>
            <a:off x="592560" y="-1140840"/>
            <a:ext cx="10151640" cy="68364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0" u="none" strike="noStrike">
                <a:solidFill>
                  <a:schemeClr val="dk1"/>
                </a:solidFill>
                <a:effectLst/>
                <a:uFillTx/>
                <a:latin typeface="Trebuchet MS"/>
              </a:rPr>
              <a:t>SYSTEM ARCHITECTURE /FLOW DIAGRAM : </a:t>
            </a:r>
            <a:endParaRPr lang="en-US" sz="3600" b="0" u="none" strike="noStrike">
              <a:solidFill>
                <a:srgbClr val="000000"/>
              </a:solidFill>
              <a:effectLst/>
              <a:uFillTx/>
              <a:latin typeface="Arial"/>
            </a:endParaRPr>
          </a:p>
        </p:txBody>
      </p:sp>
      <p:sp>
        <p:nvSpPr>
          <p:cNvPr id="497" name=""/>
          <p:cNvSpPr/>
          <p:nvPr/>
        </p:nvSpPr>
        <p:spPr>
          <a:xfrm>
            <a:off x="1295280" y="1028880"/>
            <a:ext cx="3198240" cy="68364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498" name=""/>
          <p:cNvSpPr/>
          <p:nvPr/>
        </p:nvSpPr>
        <p:spPr>
          <a:xfrm>
            <a:off x="1295280" y="1029240"/>
            <a:ext cx="3198240" cy="68364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ea typeface="DejaVu Sans"/>
              </a:rPr>
              <a:t>User ( Client / Application)</a:t>
            </a:r>
            <a:endParaRPr lang="en-US" sz="1800" b="0" u="none" strike="noStrike">
              <a:solidFill>
                <a:srgbClr val="000000"/>
              </a:solidFill>
              <a:effectLst/>
              <a:uFillTx/>
              <a:latin typeface="Arial"/>
            </a:endParaRPr>
          </a:p>
        </p:txBody>
      </p:sp>
      <p:sp>
        <p:nvSpPr>
          <p:cNvPr id="499" name=""/>
          <p:cNvSpPr/>
          <p:nvPr/>
        </p:nvSpPr>
        <p:spPr>
          <a:xfrm>
            <a:off x="1295280" y="4915080"/>
            <a:ext cx="3198240" cy="683640"/>
          </a:xfrm>
          <a:prstGeom prst="roundRect">
            <a:avLst>
              <a:gd name="adj" fmla="val 16667"/>
            </a:avLst>
          </a:prstGeom>
          <a:solidFill>
            <a:srgbClr val="C9211E"/>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FFFFFF"/>
                </a:solidFill>
                <a:effectLst/>
                <a:uFillTx/>
                <a:latin typeface="Noto Serif"/>
                <a:ea typeface="DejaVu Sans"/>
              </a:rPr>
              <a:t>Upload Block</a:t>
            </a:r>
            <a:endParaRPr lang="en-US" sz="1800" b="0" u="none" strike="noStrike">
              <a:solidFill>
                <a:srgbClr val="FFFFFF"/>
              </a:solidFill>
              <a:effectLst/>
              <a:uFillTx/>
              <a:latin typeface="Arial"/>
            </a:endParaRPr>
          </a:p>
        </p:txBody>
      </p:sp>
      <p:sp>
        <p:nvSpPr>
          <p:cNvPr id="500" name=""/>
          <p:cNvSpPr/>
          <p:nvPr/>
        </p:nvSpPr>
        <p:spPr>
          <a:xfrm>
            <a:off x="4952880" y="3314880"/>
            <a:ext cx="3198240" cy="683640"/>
          </a:xfrm>
          <a:prstGeom prst="roundRect">
            <a:avLst>
              <a:gd name="adj" fmla="val 16667"/>
            </a:avLst>
          </a:prstGeom>
          <a:solidFill>
            <a:srgbClr val="729FCF"/>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ea typeface="DejaVu Sans"/>
              </a:rPr>
              <a:t>Security Policies</a:t>
            </a:r>
            <a:endParaRPr lang="en-US" sz="1800" b="0" u="none" strike="noStrike">
              <a:solidFill>
                <a:srgbClr val="000000"/>
              </a:solidFill>
              <a:effectLst/>
              <a:uFillTx/>
              <a:latin typeface="Arial"/>
            </a:endParaRPr>
          </a:p>
        </p:txBody>
      </p:sp>
      <p:sp>
        <p:nvSpPr>
          <p:cNvPr id="501" name=""/>
          <p:cNvSpPr/>
          <p:nvPr/>
        </p:nvSpPr>
        <p:spPr>
          <a:xfrm>
            <a:off x="4952880" y="5600880"/>
            <a:ext cx="3198240" cy="683640"/>
          </a:xfrm>
          <a:prstGeom prst="roundRect">
            <a:avLst>
              <a:gd name="adj" fmla="val 16667"/>
            </a:avLst>
          </a:prstGeom>
          <a:solidFill>
            <a:srgbClr val="5EB91E"/>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ea typeface="DejaVu Sans"/>
              </a:rPr>
              <a:t>Cloud Storage</a:t>
            </a:r>
            <a:endParaRPr lang="en-US" sz="1800" b="0" u="none" strike="noStrike">
              <a:solidFill>
                <a:srgbClr val="000000"/>
              </a:solidFill>
              <a:effectLst/>
              <a:uFillTx/>
              <a:latin typeface="Arial"/>
            </a:endParaRPr>
          </a:p>
        </p:txBody>
      </p:sp>
      <p:sp>
        <p:nvSpPr>
          <p:cNvPr id="502" name=""/>
          <p:cNvSpPr/>
          <p:nvPr/>
        </p:nvSpPr>
        <p:spPr>
          <a:xfrm>
            <a:off x="1295280" y="6058080"/>
            <a:ext cx="3198240" cy="683640"/>
          </a:xfrm>
          <a:prstGeom prst="roundRect">
            <a:avLst>
              <a:gd name="adj" fmla="val 16667"/>
            </a:avLst>
          </a:prstGeom>
          <a:solidFill>
            <a:srgbClr val="666666"/>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FFFFFF"/>
                </a:solidFill>
                <a:effectLst/>
                <a:uFillTx/>
                <a:latin typeface="Noto Serif"/>
                <a:ea typeface="DejaVu Sans"/>
              </a:rPr>
              <a:t>Log Violation</a:t>
            </a:r>
            <a:endParaRPr lang="en-US" sz="1800" b="0" u="none" strike="noStrike">
              <a:solidFill>
                <a:srgbClr val="FFFFFF"/>
              </a:solidFill>
              <a:effectLst/>
              <a:uFillTx/>
              <a:latin typeface="Arial"/>
            </a:endParaRPr>
          </a:p>
        </p:txBody>
      </p:sp>
      <p:sp>
        <p:nvSpPr>
          <p:cNvPr id="503" name=""/>
          <p:cNvSpPr/>
          <p:nvPr/>
        </p:nvSpPr>
        <p:spPr>
          <a:xfrm>
            <a:off x="1295280" y="1943280"/>
            <a:ext cx="3198240" cy="683640"/>
          </a:xfrm>
          <a:prstGeom prst="roundRect">
            <a:avLst>
              <a:gd name="adj" fmla="val 16667"/>
            </a:avLst>
          </a:prstGeom>
          <a:solidFill>
            <a:srgbClr val="FF8000"/>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ea typeface="DejaVu Sans"/>
              </a:rPr>
              <a:t>DLP Inspection Engine</a:t>
            </a:r>
            <a:endParaRPr lang="en-US" sz="1800" b="0" u="none" strike="noStrike">
              <a:solidFill>
                <a:srgbClr val="000000"/>
              </a:solidFill>
              <a:effectLst/>
              <a:uFillTx/>
              <a:latin typeface="Arial"/>
            </a:endParaRPr>
          </a:p>
        </p:txBody>
      </p:sp>
      <p:sp>
        <p:nvSpPr>
          <p:cNvPr id="504" name=""/>
          <p:cNvSpPr/>
          <p:nvPr/>
        </p:nvSpPr>
        <p:spPr>
          <a:xfrm>
            <a:off x="1523880" y="3086280"/>
            <a:ext cx="2741040" cy="1369440"/>
          </a:xfrm>
          <a:prstGeom prst="diamond">
            <a:avLst/>
          </a:prstGeom>
          <a:solidFill>
            <a:srgbClr val="FFFF38"/>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000000"/>
                </a:solidFill>
                <a:effectLst/>
                <a:uFillTx/>
                <a:latin typeface="Noto Serif"/>
                <a:ea typeface="DejaVu Sans"/>
              </a:rPr>
              <a:t>Is it Sensitive data ?</a:t>
            </a:r>
            <a:endParaRPr lang="en-US" sz="1800" b="0" u="none" strike="noStrike">
              <a:solidFill>
                <a:srgbClr val="000000"/>
              </a:solidFill>
              <a:effectLst/>
              <a:uFillTx/>
              <a:latin typeface="Arial"/>
            </a:endParaRPr>
          </a:p>
        </p:txBody>
      </p:sp>
      <p:sp>
        <p:nvSpPr>
          <p:cNvPr id="505" name=""/>
          <p:cNvSpPr/>
          <p:nvPr/>
        </p:nvSpPr>
        <p:spPr>
          <a:xfrm>
            <a:off x="4952880" y="4457880"/>
            <a:ext cx="3198240" cy="683640"/>
          </a:xfrm>
          <a:prstGeom prst="roundRect">
            <a:avLst>
              <a:gd name="adj" fmla="val 16667"/>
            </a:avLst>
          </a:prstGeom>
          <a:solidFill>
            <a:srgbClr val="808080"/>
          </a:solidFill>
          <a:ln w="0">
            <a:solidFill>
              <a:srgbClr val="3465A4"/>
            </a:solidFill>
          </a:ln>
        </p:spPr>
        <p:style>
          <a:lnRef idx="0"/>
          <a:fillRef idx="0"/>
          <a:effectRef idx="0"/>
          <a:fontRef idx="minor"/>
        </p:style>
        <p:txBody>
          <a:bodyPr lIns="90000" tIns="45000" rIns="90000" bIns="45000" anchor="ctr">
            <a:noAutofit/>
          </a:bodyPr>
          <a:p>
            <a:pPr algn="ctr">
              <a:lnSpc>
                <a:spcPct val="100000"/>
              </a:lnSpc>
            </a:pPr>
            <a:r>
              <a:rPr lang="en-US" sz="1800" b="0" u="none" strike="noStrike">
                <a:solidFill>
                  <a:srgbClr val="FFFFFF"/>
                </a:solidFill>
                <a:effectLst/>
                <a:uFillTx/>
                <a:latin typeface="Noto Serif"/>
                <a:ea typeface="DejaVu Sans"/>
              </a:rPr>
              <a:t>Logging and Monitoring</a:t>
            </a:r>
            <a:endParaRPr lang="en-US" sz="1800" b="0" u="none" strike="noStrike">
              <a:solidFill>
                <a:srgbClr val="FFFFFF"/>
              </a:solidFill>
              <a:effectLst/>
              <a:uFillTx/>
              <a:latin typeface="Arial"/>
            </a:endParaRPr>
          </a:p>
        </p:txBody>
      </p:sp>
      <p:sp>
        <p:nvSpPr>
          <p:cNvPr id="506" name=""/>
          <p:cNvSpPr/>
          <p:nvPr/>
        </p:nvSpPr>
        <p:spPr>
          <a:xfrm flipV="1">
            <a:off x="2895480" y="1714680"/>
            <a:ext cx="360" cy="228600"/>
          </a:xfrm>
          <a:prstGeom prst="line">
            <a:avLst/>
          </a:prstGeom>
          <a:ln w="0">
            <a:solidFill>
              <a:srgbClr val="3465A4"/>
            </a:solidFill>
            <a:head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507" name=""/>
          <p:cNvSpPr/>
          <p:nvPr/>
        </p:nvSpPr>
        <p:spPr>
          <a:xfrm flipV="1">
            <a:off x="2895480" y="4457880"/>
            <a:ext cx="360" cy="457200"/>
          </a:xfrm>
          <a:prstGeom prst="line">
            <a:avLst/>
          </a:prstGeom>
          <a:ln w="0">
            <a:solidFill>
              <a:srgbClr val="3465A4"/>
            </a:solidFill>
            <a:head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508" name=""/>
          <p:cNvSpPr/>
          <p:nvPr/>
        </p:nvSpPr>
        <p:spPr>
          <a:xfrm flipV="1">
            <a:off x="2895480" y="2629080"/>
            <a:ext cx="360" cy="457200"/>
          </a:xfrm>
          <a:prstGeom prst="line">
            <a:avLst/>
          </a:prstGeom>
          <a:ln w="0">
            <a:solidFill>
              <a:srgbClr val="3465A4"/>
            </a:solidFill>
            <a:head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509" name=""/>
          <p:cNvSpPr/>
          <p:nvPr/>
        </p:nvSpPr>
        <p:spPr>
          <a:xfrm flipH="1">
            <a:off x="4267080" y="3772080"/>
            <a:ext cx="685800" cy="360"/>
          </a:xfrm>
          <a:prstGeom prst="line">
            <a:avLst/>
          </a:prstGeom>
          <a:ln w="0">
            <a:solidFill>
              <a:srgbClr val="3465A4"/>
            </a:solidFill>
            <a:head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510" name=""/>
          <p:cNvSpPr/>
          <p:nvPr/>
        </p:nvSpPr>
        <p:spPr>
          <a:xfrm flipV="1">
            <a:off x="6553080" y="5143680"/>
            <a:ext cx="360" cy="457200"/>
          </a:xfrm>
          <a:prstGeom prst="line">
            <a:avLst/>
          </a:prstGeom>
          <a:ln w="0">
            <a:solidFill>
              <a:srgbClr val="3465A4"/>
            </a:solidFill>
            <a:head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511" name=""/>
          <p:cNvSpPr/>
          <p:nvPr/>
        </p:nvSpPr>
        <p:spPr>
          <a:xfrm flipV="1">
            <a:off x="2895480" y="5600880"/>
            <a:ext cx="360" cy="457200"/>
          </a:xfrm>
          <a:prstGeom prst="line">
            <a:avLst/>
          </a:prstGeom>
          <a:ln w="0">
            <a:solidFill>
              <a:srgbClr val="3465A4"/>
            </a:solidFill>
            <a:head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512" name=""/>
          <p:cNvSpPr/>
          <p:nvPr/>
        </p:nvSpPr>
        <p:spPr>
          <a:xfrm flipV="1">
            <a:off x="6553080" y="4000680"/>
            <a:ext cx="360" cy="457200"/>
          </a:xfrm>
          <a:prstGeom prst="line">
            <a:avLst/>
          </a:prstGeom>
          <a:ln w="0">
            <a:solidFill>
              <a:srgbClr val="3465A4"/>
            </a:solidFill>
            <a:headEnd len="med" type="triangle" w="med"/>
          </a:ln>
        </p:spPr>
        <p:style>
          <a:lnRef idx="0"/>
          <a:fillRef idx="0"/>
          <a:effectRef idx="0"/>
          <a:fontRef idx="minor"/>
        </p:style>
        <p:txBody>
          <a:bodyPr lIns="90000" tIns="45000" rIns="90000" bIns="45000" anchor="ctr">
            <a:noAutofit/>
          </a:bodyPr>
          <a:p>
            <a:endParaRPr lang="en-US" sz="1800" b="0" u="none" strike="noStrike">
              <a:solidFill>
                <a:srgbClr val="000000"/>
              </a:solidFill>
              <a:effectLst/>
              <a:uFillTx/>
              <a:latin typeface="Noto Serif"/>
            </a:endParaRPr>
          </a:p>
        </p:txBody>
      </p:sp>
      <p:sp>
        <p:nvSpPr>
          <p:cNvPr id="513" name=""/>
          <p:cNvSpPr/>
          <p:nvPr/>
        </p:nvSpPr>
        <p:spPr>
          <a:xfrm>
            <a:off x="3124080" y="4457880"/>
            <a:ext cx="416520" cy="272520"/>
          </a:xfrm>
          <a:prstGeom prst="rect">
            <a:avLst/>
          </a:prstGeom>
          <a:noFill/>
          <a:ln w="0">
            <a:noFill/>
          </a:ln>
        </p:spPr>
        <p:style>
          <a:lnRef idx="0"/>
          <a:fillRef idx="0"/>
          <a:effectRef idx="0"/>
          <a:fontRef idx="minor"/>
        </p:style>
        <p:txBody>
          <a:bodyPr wrap="none" lIns="90000" tIns="45000" rIns="90000" bIns="45000" anchor="t">
            <a:spAutoFit/>
          </a:bodyPr>
          <a:p>
            <a:pPr>
              <a:lnSpc>
                <a:spcPct val="100000"/>
              </a:lnSpc>
            </a:pPr>
            <a:r>
              <a:rPr lang="en-US" sz="1200" b="0" u="none" strike="noStrike">
                <a:solidFill>
                  <a:srgbClr val="000000"/>
                </a:solidFill>
                <a:effectLst/>
                <a:uFillTx/>
                <a:latin typeface="Noto Serif"/>
                <a:ea typeface="DejaVu Sans"/>
              </a:rPr>
              <a:t>yes</a:t>
            </a:r>
            <a:endParaRPr lang="en-US" sz="1200" b="0" u="none" strike="noStrike">
              <a:solidFill>
                <a:srgbClr val="000000"/>
              </a:solidFill>
              <a:effectLst/>
              <a:uFillTx/>
              <a:latin typeface="Arial"/>
            </a:endParaRPr>
          </a:p>
        </p:txBody>
      </p:sp>
      <p:sp>
        <p:nvSpPr>
          <p:cNvPr id="514" name=""/>
          <p:cNvSpPr/>
          <p:nvPr/>
        </p:nvSpPr>
        <p:spPr>
          <a:xfrm>
            <a:off x="4266720" y="3314880"/>
            <a:ext cx="383040" cy="272160"/>
          </a:xfrm>
          <a:prstGeom prst="rect">
            <a:avLst/>
          </a:prstGeom>
          <a:noFill/>
          <a:ln w="0">
            <a:noFill/>
          </a:ln>
        </p:spPr>
        <p:style>
          <a:lnRef idx="0"/>
          <a:fillRef idx="0"/>
          <a:effectRef idx="0"/>
          <a:fontRef idx="minor"/>
        </p:style>
        <p:txBody>
          <a:bodyPr lIns="90000" tIns="45000" rIns="90000" bIns="45000" anchor="t">
            <a:spAutoFit/>
          </a:bodyPr>
          <a:p>
            <a:pPr>
              <a:lnSpc>
                <a:spcPct val="100000"/>
              </a:lnSpc>
            </a:pPr>
            <a:r>
              <a:rPr lang="en-US" sz="1200" b="0" u="none" strike="noStrike">
                <a:solidFill>
                  <a:srgbClr val="000000"/>
                </a:solidFill>
                <a:effectLst/>
                <a:uFillTx/>
                <a:latin typeface="Noto Serif"/>
                <a:ea typeface="DejaVu Sans"/>
              </a:rPr>
              <a:t>No</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5" name="PlaceHolder 1"/>
          <p:cNvSpPr>
            <a:spLocks noGrp="1"/>
          </p:cNvSpPr>
          <p:nvPr>
            <p:ph type="title"/>
          </p:nvPr>
        </p:nvSpPr>
        <p:spPr>
          <a:xfrm>
            <a:off x="43560" y="156240"/>
            <a:ext cx="8593920" cy="131796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3600" b="1" u="none" strike="noStrike">
                <a:solidFill>
                  <a:schemeClr val="dk1"/>
                </a:solidFill>
                <a:effectLst/>
                <a:uFillTx/>
                <a:latin typeface="Trebuchet MS"/>
              </a:rPr>
              <a:t> </a:t>
            </a:r>
            <a:endParaRPr lang="en-US" sz="3600" b="0" u="none" strike="noStrike">
              <a:solidFill>
                <a:srgbClr val="000000"/>
              </a:solidFill>
              <a:effectLst/>
              <a:uFillTx/>
              <a:latin typeface="Arial"/>
            </a:endParaRPr>
          </a:p>
        </p:txBody>
      </p:sp>
      <p:sp>
        <p:nvSpPr>
          <p:cNvPr id="516" name="PlaceHolder 2"/>
          <p:cNvSpPr>
            <a:spLocks noGrp="1"/>
          </p:cNvSpPr>
          <p:nvPr>
            <p:ph/>
          </p:nvPr>
        </p:nvSpPr>
        <p:spPr>
          <a:xfrm>
            <a:off x="266400" y="205560"/>
            <a:ext cx="8593920" cy="618480"/>
          </a:xfrm>
          <a:prstGeom prst="rect">
            <a:avLst/>
          </a:prstGeom>
          <a:noFill/>
          <a:ln w="0">
            <a:noFill/>
          </a:ln>
        </p:spPr>
        <p:txBody>
          <a:bodyPr lIns="91440" tIns="45720" rIns="91440" bIns="45720" anchor="t">
            <a:normAutofit fontScale="85000" lnSpcReduction="9999"/>
          </a:bodyPr>
          <a:p>
            <a:pPr marL="343080" indent="-343080" algn="just" defTabSz="457200">
              <a:lnSpc>
                <a:spcPct val="150000"/>
              </a:lnSpc>
              <a:spcBef>
                <a:spcPts val="1001"/>
              </a:spcBef>
              <a:buNone/>
              <a:tabLst>
                <a:tab pos="0" algn="l"/>
              </a:tabLst>
            </a:pPr>
            <a:r>
              <a:rPr lang="en-IN" sz="2800" b="1" u="none" strike="noStrike">
                <a:solidFill>
                  <a:schemeClr val="dk1"/>
                </a:solidFill>
                <a:effectLst/>
                <a:uFillTx/>
                <a:latin typeface="Trebuchet MS"/>
              </a:rPr>
              <a:t>MODULES :</a:t>
            </a:r>
            <a:endParaRPr lang="en-US" sz="2800" b="0" u="none" strike="noStrike">
              <a:solidFill>
                <a:srgbClr val="000000"/>
              </a:solidFill>
              <a:effectLst/>
              <a:uFillTx/>
              <a:latin typeface="Arial"/>
            </a:endParaRPr>
          </a:p>
          <a:p>
            <a:pPr marL="343080" indent="0" algn="just" defTabSz="457200">
              <a:lnSpc>
                <a:spcPct val="150000"/>
              </a:lnSpc>
              <a:spcBef>
                <a:spcPts val="1001"/>
              </a:spcBef>
              <a:buNone/>
              <a:tabLst>
                <a:tab pos="0" algn="l"/>
              </a:tabLst>
            </a:pPr>
            <a:endParaRPr lang="en-US" sz="1800" b="0" u="none" strike="noStrike">
              <a:solidFill>
                <a:srgbClr val="000000"/>
              </a:solidFill>
              <a:effectLst/>
              <a:uFillTx/>
              <a:latin typeface="Arial"/>
            </a:endParaRPr>
          </a:p>
        </p:txBody>
      </p:sp>
      <p:sp>
        <p:nvSpPr>
          <p:cNvPr id="517" name="Rectangle 4"/>
          <p:cNvSpPr/>
          <p:nvPr/>
        </p:nvSpPr>
        <p:spPr>
          <a:xfrm>
            <a:off x="275760" y="3599280"/>
            <a:ext cx="3029040" cy="638280"/>
          </a:xfrm>
          <a:prstGeom prst="rect">
            <a:avLst/>
          </a:prstGeom>
          <a:noFill/>
          <a:ln w="0">
            <a:noFill/>
          </a:ln>
        </p:spPr>
        <p:style>
          <a:lnRef idx="0"/>
          <a:fillRef idx="0"/>
          <a:effectRef idx="0"/>
          <a:fontRef idx="minor"/>
        </p:style>
        <p:txBody>
          <a:bodyPr lIns="90000" tIns="45000" rIns="90000" bIns="45000" anchor="t">
            <a:spAutoFit/>
          </a:bodyPr>
          <a:p>
            <a:pPr defTabSz="457200">
              <a:lnSpc>
                <a:spcPct val="100000"/>
              </a:lnSpc>
            </a:pPr>
            <a:r>
              <a:rPr lang="en-US" sz="3600" b="1" u="none" strike="noStrike">
                <a:solidFill>
                  <a:schemeClr val="dk1"/>
                </a:solidFill>
                <a:effectLst/>
                <a:uFillTx/>
                <a:latin typeface="Trebuchet MS"/>
                <a:ea typeface="DejaVu Sans"/>
              </a:rPr>
              <a:t> </a:t>
            </a:r>
            <a:endParaRPr lang="en-US" sz="3600" b="0" u="none" strike="noStrike">
              <a:solidFill>
                <a:srgbClr val="000000"/>
              </a:solidFill>
              <a:effectLst/>
              <a:uFillTx/>
              <a:latin typeface="Arial"/>
            </a:endParaRPr>
          </a:p>
        </p:txBody>
      </p:sp>
      <p:sp>
        <p:nvSpPr>
          <p:cNvPr id="518" name="Content Placeholder 5"/>
          <p:cNvSpPr/>
          <p:nvPr/>
        </p:nvSpPr>
        <p:spPr>
          <a:xfrm>
            <a:off x="677520" y="1150920"/>
            <a:ext cx="8593920" cy="3877920"/>
          </a:xfrm>
          <a:prstGeom prst="rect">
            <a:avLst/>
          </a:prstGeom>
          <a:noFill/>
          <a:ln w="0">
            <a:noFill/>
          </a:ln>
        </p:spPr>
        <p:style>
          <a:lnRef idx="0"/>
          <a:fillRef idx="0"/>
          <a:effectRef idx="0"/>
          <a:fontRef idx="minor"/>
        </p:style>
        <p:txBody>
          <a:bodyPr lIns="90000" tIns="45000" rIns="90000" bIns="45000" anchor="t">
            <a:noAutofit/>
          </a:bodyPr>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Module 1: Rule-Based Content Inspection</a:t>
            </a:r>
            <a:endParaRPr lang="en-US" sz="20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Module 2: Cryptographic Hashing for Integrity</a:t>
            </a:r>
            <a:endParaRPr lang="en-US" sz="20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Module 3: Secure Violation Logging</a:t>
            </a:r>
            <a:endParaRPr lang="en-US" sz="20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Module 4: User-Defined Security Policies</a:t>
            </a:r>
            <a:endParaRPr lang="en-US" sz="2000" b="0" u="none" strike="noStrike">
              <a:solidFill>
                <a:srgbClr val="000000"/>
              </a:solidFill>
              <a:effectLst/>
              <a:uFillTx/>
              <a:latin typeface="Arial"/>
            </a:endParaRPr>
          </a:p>
          <a:p>
            <a:pPr marL="343080" indent="-343080"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ea typeface="DejaVu Sans"/>
              </a:rPr>
              <a:t>Module 5: Performance Optimization &amp; Cloud Integration</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9" name="PlaceHolder 1"/>
          <p:cNvSpPr>
            <a:spLocks noGrp="1"/>
          </p:cNvSpPr>
          <p:nvPr>
            <p:ph type="title"/>
          </p:nvPr>
        </p:nvSpPr>
        <p:spPr>
          <a:xfrm>
            <a:off x="282600" y="156240"/>
            <a:ext cx="8593920" cy="75708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IN" sz="2800" b="1" u="none" strike="noStrike">
                <a:solidFill>
                  <a:srgbClr val="000000"/>
                </a:solidFill>
                <a:effectLst/>
                <a:uFillTx/>
                <a:latin typeface="Trebuchet MS"/>
              </a:rPr>
              <a:t>Module 1: Rule-Based Content Inspection</a:t>
            </a:r>
            <a:br>
              <a:rPr sz="2800"/>
            </a:br>
            <a:endParaRPr lang="en-US" sz="2800" b="0" u="none" strike="noStrike">
              <a:solidFill>
                <a:srgbClr val="000000"/>
              </a:solidFill>
              <a:effectLst/>
              <a:uFillTx/>
              <a:latin typeface="Arial"/>
            </a:endParaRPr>
          </a:p>
        </p:txBody>
      </p:sp>
      <p:sp>
        <p:nvSpPr>
          <p:cNvPr id="520" name="PlaceHolder 2"/>
          <p:cNvSpPr>
            <a:spLocks noGrp="1"/>
          </p:cNvSpPr>
          <p:nvPr>
            <p:ph/>
          </p:nvPr>
        </p:nvSpPr>
        <p:spPr>
          <a:xfrm>
            <a:off x="446400" y="1143000"/>
            <a:ext cx="8593920" cy="387792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Goal: Automatically detect sensitive data (PII, financial, credentials) in files and payloads</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Approach: Predefined rules using regex patterns, keywords, and context (e.g., “DOB: 01/01/2000”)</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Pipeline: Input → normalization → rule evaluation → list of violations → actions (block/mask/allow)</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Benefits: Simple, explainable, and auditable detection; foundation for all later modules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1" name="PlaceHolder 1"/>
          <p:cNvSpPr>
            <a:spLocks noGrp="1"/>
          </p:cNvSpPr>
          <p:nvPr>
            <p:ph type="title"/>
          </p:nvPr>
        </p:nvSpPr>
        <p:spPr>
          <a:xfrm>
            <a:off x="282600" y="156240"/>
            <a:ext cx="8593920" cy="75708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IN" sz="2800" b="1" u="none" strike="noStrike">
                <a:solidFill>
                  <a:srgbClr val="000000"/>
                </a:solidFill>
                <a:effectLst/>
                <a:uFillTx/>
                <a:latin typeface="Trebuchet MS"/>
              </a:rPr>
              <a:t>Module 2: Cryptographic Hashing for Integrity</a:t>
            </a:r>
            <a:endParaRPr lang="en-US" sz="2800" b="0" u="none" strike="noStrike">
              <a:solidFill>
                <a:srgbClr val="000000"/>
              </a:solidFill>
              <a:effectLst/>
              <a:uFillTx/>
              <a:latin typeface="Arial"/>
            </a:endParaRPr>
          </a:p>
        </p:txBody>
      </p:sp>
      <p:sp>
        <p:nvSpPr>
          <p:cNvPr id="522" name="PlaceHolder 2"/>
          <p:cNvSpPr>
            <a:spLocks noGrp="1"/>
          </p:cNvSpPr>
          <p:nvPr>
            <p:ph/>
          </p:nvPr>
        </p:nvSpPr>
        <p:spPr>
          <a:xfrm>
            <a:off x="446400" y="1143000"/>
            <a:ext cx="8593920" cy="387792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Goal: Make DLP records and content fingerprints tamper-evident</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Technique: Secure hash functions (e.g., SHA-256) applied to violation fields and/or content</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Design: Per-record hashes + optional hash chaining across log entries</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Outcome: Any modification of critical fields is detectable during audits or investigations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3" name="PlaceHolder 1"/>
          <p:cNvSpPr>
            <a:spLocks noGrp="1"/>
          </p:cNvSpPr>
          <p:nvPr>
            <p:ph type="title"/>
          </p:nvPr>
        </p:nvSpPr>
        <p:spPr>
          <a:xfrm>
            <a:off x="282600" y="156240"/>
            <a:ext cx="8593920" cy="757080"/>
          </a:xfrm>
          <a:prstGeom prst="rect">
            <a:avLst/>
          </a:prstGeom>
          <a:noFill/>
          <a:ln w="0">
            <a:noFill/>
          </a:ln>
        </p:spPr>
        <p:txBody>
          <a:bodyPr lIns="91440" tIns="45720" rIns="91440" bIns="45720" anchor="t">
            <a:noAutofit/>
          </a:bodyPr>
          <a:p>
            <a:pPr indent="0" algn="l" defTabSz="457200">
              <a:lnSpc>
                <a:spcPct val="100000"/>
              </a:lnSpc>
              <a:spcBef>
                <a:spcPts val="1191"/>
              </a:spcBef>
              <a:spcAft>
                <a:spcPts val="992"/>
              </a:spcAft>
              <a:buNone/>
              <a:tabLst>
                <a:tab pos="0" algn="l"/>
              </a:tabLst>
            </a:pPr>
            <a:r>
              <a:rPr lang="en-IN" sz="2800" b="1" u="none" strike="noStrike">
                <a:solidFill>
                  <a:srgbClr val="000000"/>
                </a:solidFill>
                <a:effectLst/>
                <a:uFillTx/>
                <a:latin typeface="Trebuchet MS"/>
              </a:rPr>
              <a:t>Module 3: Secure Violation Logging</a:t>
            </a:r>
            <a:endParaRPr lang="en-US" sz="2800" b="0" u="none" strike="noStrike">
              <a:solidFill>
                <a:srgbClr val="000000"/>
              </a:solidFill>
              <a:effectLst/>
              <a:uFillTx/>
              <a:latin typeface="Arial"/>
            </a:endParaRPr>
          </a:p>
        </p:txBody>
      </p:sp>
      <p:sp>
        <p:nvSpPr>
          <p:cNvPr id="524" name="PlaceHolder 2"/>
          <p:cNvSpPr>
            <a:spLocks noGrp="1"/>
          </p:cNvSpPr>
          <p:nvPr>
            <p:ph/>
          </p:nvPr>
        </p:nvSpPr>
        <p:spPr>
          <a:xfrm>
            <a:off x="446400" y="1150920"/>
            <a:ext cx="8593920" cy="3877920"/>
          </a:xfrm>
          <a:prstGeom prst="rect">
            <a:avLst/>
          </a:prstGeom>
          <a:noFill/>
          <a:ln w="0">
            <a:noFill/>
          </a:ln>
        </p:spPr>
        <p:txBody>
          <a:bodyPr lIns="91440" tIns="45720" rIns="91440" bIns="45720" anchor="t">
            <a:normAutofit/>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Goal: Capture DLP violations in a secure, compliant, and useful way</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Log contents: Timestamp, rule ID, user/service, resource info, action, severity, violation_hash</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Security: Integrity via hashes; confidentiality via masking/truncation and access control on logs</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Value: Reliable evidence for audits, incident response, and tuning DLP rules/policies</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5" name="PlaceHolder 1"/>
          <p:cNvSpPr>
            <a:spLocks noGrp="1"/>
          </p:cNvSpPr>
          <p:nvPr>
            <p:ph type="title"/>
          </p:nvPr>
        </p:nvSpPr>
        <p:spPr>
          <a:xfrm>
            <a:off x="74520" y="156240"/>
            <a:ext cx="8593920" cy="757080"/>
          </a:xfrm>
          <a:prstGeom prst="rect">
            <a:avLst/>
          </a:prstGeom>
          <a:noFill/>
          <a:ln w="0">
            <a:noFill/>
          </a:ln>
        </p:spPr>
        <p:txBody>
          <a:bodyPr lIns="91440" tIns="45720" rIns="91440" bIns="45720" anchor="t">
            <a:noAutofit/>
          </a:bodyPr>
          <a:p>
            <a:pPr indent="0" algn="l" defTabSz="457200">
              <a:lnSpc>
                <a:spcPct val="100000"/>
              </a:lnSpc>
              <a:buNone/>
              <a:tabLst>
                <a:tab pos="0" algn="l"/>
              </a:tabLst>
            </a:pPr>
            <a:r>
              <a:rPr lang="en-US" sz="2800" b="1" u="none" strike="noStrike">
                <a:solidFill>
                  <a:schemeClr val="dk1"/>
                </a:solidFill>
                <a:effectLst/>
                <a:uFillTx/>
                <a:latin typeface="Trebuchet MS"/>
              </a:rPr>
              <a:t>CONCLUSION</a:t>
            </a:r>
            <a:endParaRPr lang="en-US" sz="2800" b="0" u="none" strike="noStrike">
              <a:solidFill>
                <a:srgbClr val="000000"/>
              </a:solidFill>
              <a:effectLst/>
              <a:uFillTx/>
              <a:latin typeface="Arial"/>
            </a:endParaRPr>
          </a:p>
        </p:txBody>
      </p:sp>
      <p:sp>
        <p:nvSpPr>
          <p:cNvPr id="526" name="PlaceHolder 2"/>
          <p:cNvSpPr>
            <a:spLocks noGrp="1"/>
          </p:cNvSpPr>
          <p:nvPr>
            <p:ph/>
          </p:nvPr>
        </p:nvSpPr>
        <p:spPr>
          <a:xfrm>
            <a:off x="667080" y="1266840"/>
            <a:ext cx="8593920" cy="3304080"/>
          </a:xfrm>
          <a:prstGeom prst="rect">
            <a:avLst/>
          </a:prstGeom>
          <a:noFill/>
          <a:ln w="0">
            <a:noFill/>
          </a:ln>
        </p:spPr>
        <p:txBody>
          <a:bodyPr lIns="91440" tIns="45720" rIns="91440" bIns="45720" anchor="t">
            <a:normAutofit lnSpcReduction="9999"/>
          </a:bodyPr>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Data leakage is a critical challenge in cloud environments</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The proposed system prevents leakage at the user level</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Client-side inspection ensures privacy and control</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Hash-based integrity verification strengthens security</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The solution is practical, lightweight, and extensible</a:t>
            </a:r>
            <a:endParaRPr lang="en-US" sz="2000" b="0" u="none" strike="noStrike">
              <a:solidFill>
                <a:srgbClr val="000000"/>
              </a:solidFill>
              <a:effectLst/>
              <a:uFillTx/>
              <a:latin typeface="Arial"/>
            </a:endParaRPr>
          </a:p>
          <a:p>
            <a:pPr marL="343080" indent="-343080" algn="l" defTabSz="457200">
              <a:lnSpc>
                <a:spcPct val="100000"/>
              </a:lnSpc>
              <a:spcBef>
                <a:spcPts val="1191"/>
              </a:spcBef>
              <a:spcAft>
                <a:spcPts val="992"/>
              </a:spcAft>
              <a:buClr>
                <a:srgbClr val="90C226"/>
              </a:buClr>
              <a:buSzPct val="80000"/>
              <a:buFont typeface="Wingdings 3" charset="2"/>
              <a:buChar char=""/>
            </a:pPr>
            <a:r>
              <a:rPr lang="en-US" sz="2000" b="0" u="none" strike="noStrike">
                <a:solidFill>
                  <a:schemeClr val="dk1">
                    <a:lumMod val="75000"/>
                    <a:lumOff val="25000"/>
                  </a:schemeClr>
                </a:solidFill>
                <a:effectLst/>
                <a:uFillTx/>
                <a:latin typeface="Trebuchet MS"/>
              </a:rPr>
              <a:t>Future enhancements can add advanced policies and monitoring</a:t>
            </a:r>
            <a:endParaRPr lang="en-US" sz="2000" b="0" u="none" strike="noStrike">
              <a:solidFill>
                <a:srgbClr val="000000"/>
              </a:solidFill>
              <a:effectLst/>
              <a:uFillTx/>
              <a:latin typeface="Arial"/>
            </a:endParaRPr>
          </a:p>
        </p:txBody>
      </p:sp>
      <p:sp>
        <p:nvSpPr>
          <p:cNvPr id="527" name="Cloud Callout 3"/>
          <p:cNvSpPr/>
          <p:nvPr/>
        </p:nvSpPr>
        <p:spPr>
          <a:xfrm>
            <a:off x="2986560" y="5048640"/>
            <a:ext cx="4656600" cy="1271520"/>
          </a:xfrm>
          <a:prstGeom prst="cloudCallout">
            <a:avLst>
              <a:gd name="adj1" fmla="val -20833"/>
              <a:gd name="adj2" fmla="val 62500"/>
            </a:avLst>
          </a:prstGeom>
          <a:solidFill>
            <a:schemeClr val="lt1"/>
          </a:solidFill>
          <a:ln cap="rnd" w="19080">
            <a:solidFill>
              <a:srgbClr val="90C226"/>
            </a:solidFill>
            <a:round/>
          </a:ln>
        </p:spPr>
        <p:style>
          <a:lnRef idx="0"/>
          <a:fillRef idx="0"/>
          <a:effectRef idx="0"/>
          <a:fontRef idx="minor"/>
        </p:style>
        <p:txBody>
          <a:bodyPr lIns="90000" tIns="45000" rIns="90000" bIns="45000" anchor="ctr">
            <a:noAutofit/>
          </a:bodyPr>
          <a:p>
            <a:pPr algn="ctr" defTabSz="457200">
              <a:lnSpc>
                <a:spcPct val="100000"/>
              </a:lnSpc>
            </a:pPr>
            <a:r>
              <a:rPr lang="en-US" sz="1800" b="1" u="none" strike="noStrike">
                <a:solidFill>
                  <a:schemeClr val="dk1">
                    <a:lumMod val="95000"/>
                    <a:lumOff val="5000"/>
                  </a:schemeClr>
                </a:solidFill>
                <a:effectLst/>
                <a:uFillTx/>
                <a:latin typeface="Trebuchet MS"/>
                <a:ea typeface="DejaVu Sans"/>
              </a:rPr>
              <a:t>THANK YOU !</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4.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5.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6.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7.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8.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19.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0.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2.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3.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Facet</Template>
  <TotalTime>1641</TotalTime>
  <Application>LibreOffice/26.2.0.3$Linux_X86_64 LibreOffice_project/620$Build-3</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2024-12-13T12:01:40Z</dcterms:created>
  <dc:creator>vishalrameshv13@gmail.com</dc:creator>
  <dc:description/>
  <dc:language>en-US</dc:language>
  <cp:lastModifiedBy/>
  <cp:lastPrinted>2026-02-24T09:11:27Z</cp:lastPrinted>
  <dcterms:modified xsi:type="dcterms:W3CDTF">2026-02-24T10:11:36Z</dcterms:modified>
  <cp:revision>26</cp:revision>
  <dc:subject/>
  <dc:title>INVEST MATCH AI CLOUD BASED   STARTUP AND INVESTOR   MATCHING PLATFORM</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1</vt:r8>
  </property>
  <property fmtid="{D5CDD505-2E9C-101B-9397-08002B2CF9AE}" pid="3" name="PresentationFormat">
    <vt:lpwstr>Custom</vt:lpwstr>
  </property>
  <property fmtid="{D5CDD505-2E9C-101B-9397-08002B2CF9AE}" pid="4" name="Slides">
    <vt:r8>11</vt:r8>
  </property>
</Properties>
</file>